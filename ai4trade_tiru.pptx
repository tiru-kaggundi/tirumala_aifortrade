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72" r:id="rId3"/>
    <p:sldId id="263" r:id="rId4"/>
    <p:sldId id="275" r:id="rId5"/>
    <p:sldId id="266" r:id="rId6"/>
    <p:sldId id="280" r:id="rId7"/>
    <p:sldId id="278" r:id="rId8"/>
    <p:sldId id="273" r:id="rId9"/>
    <p:sldId id="279" r:id="rId10"/>
    <p:sldId id="281" r:id="rId11"/>
    <p:sldId id="274" r:id="rId12"/>
    <p:sldId id="299" r:id="rId13"/>
    <p:sldId id="276" r:id="rId14"/>
    <p:sldId id="301" r:id="rId15"/>
    <p:sldId id="300" r:id="rId16"/>
    <p:sldId id="277" r:id="rId17"/>
    <p:sldId id="283" r:id="rId18"/>
    <p:sldId id="289" r:id="rId19"/>
    <p:sldId id="269" r:id="rId20"/>
    <p:sldId id="297" r:id="rId21"/>
    <p:sldId id="302" r:id="rId22"/>
    <p:sldId id="310" r:id="rId23"/>
    <p:sldId id="298" r:id="rId24"/>
    <p:sldId id="285" r:id="rId25"/>
    <p:sldId id="293" r:id="rId26"/>
    <p:sldId id="308" r:id="rId27"/>
    <p:sldId id="286" r:id="rId28"/>
    <p:sldId id="305" r:id="rId29"/>
    <p:sldId id="303" r:id="rId30"/>
    <p:sldId id="306" r:id="rId31"/>
    <p:sldId id="288" r:id="rId32"/>
    <p:sldId id="309" r:id="rId33"/>
    <p:sldId id="307" r:id="rId34"/>
    <p:sldId id="30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3B1D4-2620-4594-B80F-4332DF2FD445}" v="94" dt="2026-02-05T11:07:38.3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2"/>
    <p:restoredTop sz="80654"/>
  </p:normalViewPr>
  <p:slideViewPr>
    <p:cSldViewPr snapToGrid="0">
      <p:cViewPr varScale="1">
        <p:scale>
          <a:sx n="102" d="100"/>
          <a:sy n="102" d="100"/>
        </p:scale>
        <p:origin x="10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ata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ata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hyperlink" Target="https://github.com/Tiru-Kaggundi/Tirumala_aiFORtrade/tree/61c140b773556fe4da032a89f5382a95d330d90d" TargetMode="External"/><Relationship Id="rId4" Type="http://schemas.openxmlformats.org/officeDocument/2006/relationships/image" Target="../media/image2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hyperlink" Target="https://github.com/Tiru-Kaggundi/Tirumala_aiFORtrade/tree/61c140b773556fe4da032a89f5382a95d330d90d"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A1034C-2001-4665-B29D-5CA58163F8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9C678-CBB5-45AB-95CD-110E470830BF}">
      <dgm:prSet custT="1"/>
      <dgm:spPr/>
      <dgm:t>
        <a:bodyPr/>
        <a:lstStyle/>
        <a:p>
          <a:pPr>
            <a:lnSpc>
              <a:spcPct val="100000"/>
            </a:lnSpc>
          </a:pPr>
          <a:r>
            <a:rPr lang="en-US" sz="2400"/>
            <a:t>Brief on Challenge – as I understood it</a:t>
          </a:r>
        </a:p>
      </dgm:t>
    </dgm:pt>
    <dgm:pt modelId="{DDE2F24E-063D-4647-B427-7A7955852FA9}" type="parTrans" cxnId="{0F63E407-777B-4F02-8088-B49560882A5A}">
      <dgm:prSet/>
      <dgm:spPr/>
      <dgm:t>
        <a:bodyPr/>
        <a:lstStyle/>
        <a:p>
          <a:endParaRPr lang="en-US" sz="2400"/>
        </a:p>
      </dgm:t>
    </dgm:pt>
    <dgm:pt modelId="{F5C0B7E2-99EE-452A-BD4B-DDB9E311503A}" type="sibTrans" cxnId="{0F63E407-777B-4F02-8088-B49560882A5A}">
      <dgm:prSet/>
      <dgm:spPr/>
      <dgm:t>
        <a:bodyPr/>
        <a:lstStyle/>
        <a:p>
          <a:endParaRPr lang="en-US" sz="2400"/>
        </a:p>
      </dgm:t>
    </dgm:pt>
    <dgm:pt modelId="{C45CE3BF-B473-407D-AFF5-F082B06A14B6}">
      <dgm:prSet custT="1"/>
      <dgm:spPr/>
      <dgm:t>
        <a:bodyPr/>
        <a:lstStyle/>
        <a:p>
          <a:pPr>
            <a:lnSpc>
              <a:spcPct val="100000"/>
            </a:lnSpc>
          </a:pPr>
          <a:r>
            <a:rPr lang="en-US" sz="2400"/>
            <a:t>Data preparation</a:t>
          </a:r>
        </a:p>
      </dgm:t>
    </dgm:pt>
    <dgm:pt modelId="{9C9426A9-73BA-4C88-BF42-E556B83120DB}" type="parTrans" cxnId="{84F64527-A4F3-4D65-918E-F4E3F9E22365}">
      <dgm:prSet/>
      <dgm:spPr/>
      <dgm:t>
        <a:bodyPr/>
        <a:lstStyle/>
        <a:p>
          <a:endParaRPr lang="en-US" sz="2400"/>
        </a:p>
      </dgm:t>
    </dgm:pt>
    <dgm:pt modelId="{BAB4630B-6268-4834-8E8F-A66B0B5BFE17}" type="sibTrans" cxnId="{84F64527-A4F3-4D65-918E-F4E3F9E22365}">
      <dgm:prSet/>
      <dgm:spPr/>
      <dgm:t>
        <a:bodyPr/>
        <a:lstStyle/>
        <a:p>
          <a:endParaRPr lang="en-US" sz="2400"/>
        </a:p>
      </dgm:t>
    </dgm:pt>
    <dgm:pt modelId="{7A243FBC-AD35-4107-8F74-721929757526}">
      <dgm:prSet custT="1"/>
      <dgm:spPr/>
      <dgm:t>
        <a:bodyPr/>
        <a:lstStyle/>
        <a:p>
          <a:pPr>
            <a:lnSpc>
              <a:spcPct val="100000"/>
            </a:lnSpc>
          </a:pPr>
          <a:r>
            <a:rPr lang="en-US" sz="2400" dirty="0"/>
            <a:t>Feature engineering</a:t>
          </a:r>
        </a:p>
      </dgm:t>
    </dgm:pt>
    <dgm:pt modelId="{ED357439-67AB-4FA6-B9B6-253AAAFBAB25}" type="parTrans" cxnId="{2697FA85-CF56-44C1-B3FC-89CBF043C508}">
      <dgm:prSet/>
      <dgm:spPr/>
      <dgm:t>
        <a:bodyPr/>
        <a:lstStyle/>
        <a:p>
          <a:endParaRPr lang="en-US" sz="2400"/>
        </a:p>
      </dgm:t>
    </dgm:pt>
    <dgm:pt modelId="{7B838A1F-BA75-47B9-B84A-5BFAC91FDCA7}" type="sibTrans" cxnId="{2697FA85-CF56-44C1-B3FC-89CBF043C508}">
      <dgm:prSet/>
      <dgm:spPr/>
      <dgm:t>
        <a:bodyPr/>
        <a:lstStyle/>
        <a:p>
          <a:endParaRPr lang="en-US" sz="2400"/>
        </a:p>
      </dgm:t>
    </dgm:pt>
    <dgm:pt modelId="{9D73EE02-3B93-40C2-AA0A-C06133759355}">
      <dgm:prSet custT="1"/>
      <dgm:spPr/>
      <dgm:t>
        <a:bodyPr/>
        <a:lstStyle/>
        <a:p>
          <a:pPr>
            <a:lnSpc>
              <a:spcPct val="100000"/>
            </a:lnSpc>
          </a:pPr>
          <a:r>
            <a:rPr lang="en-US" sz="2400"/>
            <a:t>Modelling methodology</a:t>
          </a:r>
        </a:p>
      </dgm:t>
    </dgm:pt>
    <dgm:pt modelId="{87E45BDB-E060-4843-AA99-1B2E72718CB7}" type="parTrans" cxnId="{73B83930-4CFA-4B5A-A9F2-D67349BDB8D7}">
      <dgm:prSet/>
      <dgm:spPr/>
      <dgm:t>
        <a:bodyPr/>
        <a:lstStyle/>
        <a:p>
          <a:endParaRPr lang="en-US" sz="2400"/>
        </a:p>
      </dgm:t>
    </dgm:pt>
    <dgm:pt modelId="{ABAA8484-A4F9-49B5-864C-ACD0FEB180C1}" type="sibTrans" cxnId="{73B83930-4CFA-4B5A-A9F2-D67349BDB8D7}">
      <dgm:prSet/>
      <dgm:spPr/>
      <dgm:t>
        <a:bodyPr/>
        <a:lstStyle/>
        <a:p>
          <a:endParaRPr lang="en-US" sz="2400"/>
        </a:p>
      </dgm:t>
    </dgm:pt>
    <dgm:pt modelId="{6BC24B2D-32EE-44E9-87AC-35FC7F935E57}">
      <dgm:prSet custT="1"/>
      <dgm:spPr/>
      <dgm:t>
        <a:bodyPr/>
        <a:lstStyle/>
        <a:p>
          <a:pPr>
            <a:lnSpc>
              <a:spcPct val="100000"/>
            </a:lnSpc>
          </a:pPr>
          <a:r>
            <a:rPr lang="en-US" sz="2400"/>
            <a:t>Ensemble strategy</a:t>
          </a:r>
        </a:p>
      </dgm:t>
    </dgm:pt>
    <dgm:pt modelId="{97321508-BD69-4544-8049-0953255E9B67}" type="parTrans" cxnId="{E4AE2D6B-E53A-471F-A690-75A038ED7319}">
      <dgm:prSet/>
      <dgm:spPr/>
      <dgm:t>
        <a:bodyPr/>
        <a:lstStyle/>
        <a:p>
          <a:endParaRPr lang="en-US" sz="2400"/>
        </a:p>
      </dgm:t>
    </dgm:pt>
    <dgm:pt modelId="{6CFA3524-272A-4919-80DC-E987AA601C3F}" type="sibTrans" cxnId="{E4AE2D6B-E53A-471F-A690-75A038ED7319}">
      <dgm:prSet/>
      <dgm:spPr/>
      <dgm:t>
        <a:bodyPr/>
        <a:lstStyle/>
        <a:p>
          <a:endParaRPr lang="en-US" sz="2400"/>
        </a:p>
      </dgm:t>
    </dgm:pt>
    <dgm:pt modelId="{C0EF8339-9344-4A99-B1E4-5FD2FF990951}">
      <dgm:prSet custT="1"/>
      <dgm:spPr/>
      <dgm:t>
        <a:bodyPr/>
        <a:lstStyle/>
        <a:p>
          <a:pPr>
            <a:lnSpc>
              <a:spcPct val="100000"/>
            </a:lnSpc>
          </a:pPr>
          <a:r>
            <a:rPr lang="en-US" sz="2400" dirty="0"/>
            <a:t>Conclusion</a:t>
          </a:r>
        </a:p>
      </dgm:t>
    </dgm:pt>
    <dgm:pt modelId="{C7795428-5E1D-43ED-ACE6-D3CE7B7C77F6}" type="parTrans" cxnId="{A1D28EF0-7F0E-4812-A42C-2D388AEC231D}">
      <dgm:prSet/>
      <dgm:spPr/>
      <dgm:t>
        <a:bodyPr/>
        <a:lstStyle/>
        <a:p>
          <a:endParaRPr lang="en-US" sz="2400"/>
        </a:p>
      </dgm:t>
    </dgm:pt>
    <dgm:pt modelId="{7CB804C8-FD09-4D87-96E2-D214A0F7332C}" type="sibTrans" cxnId="{A1D28EF0-7F0E-4812-A42C-2D388AEC231D}">
      <dgm:prSet/>
      <dgm:spPr/>
      <dgm:t>
        <a:bodyPr/>
        <a:lstStyle/>
        <a:p>
          <a:endParaRPr lang="en-US" sz="2400"/>
        </a:p>
      </dgm:t>
    </dgm:pt>
    <dgm:pt modelId="{FE9167F2-1075-414B-BBC6-91FAA7F1693E}" type="pres">
      <dgm:prSet presAssocID="{08A1034C-2001-4665-B29D-5CA58163F880}" presName="root" presStyleCnt="0">
        <dgm:presLayoutVars>
          <dgm:dir/>
          <dgm:resizeHandles val="exact"/>
        </dgm:presLayoutVars>
      </dgm:prSet>
      <dgm:spPr/>
    </dgm:pt>
    <dgm:pt modelId="{B71278E3-56C1-4358-A592-95BB9CB0BEC9}" type="pres">
      <dgm:prSet presAssocID="{3CF9C678-CBB5-45AB-95CD-110E470830BF}" presName="compNode" presStyleCnt="0"/>
      <dgm:spPr/>
    </dgm:pt>
    <dgm:pt modelId="{31C90646-89C2-4893-B970-2378C9A89853}" type="pres">
      <dgm:prSet presAssocID="{3CF9C678-CBB5-45AB-95CD-110E470830BF}" presName="bgRect" presStyleLbl="bgShp" presStyleIdx="0" presStyleCnt="6"/>
      <dgm:spPr/>
    </dgm:pt>
    <dgm:pt modelId="{7D29764F-61D5-4F4F-9355-F41F846D8CDC}" type="pres">
      <dgm:prSet presAssocID="{3CF9C678-CBB5-45AB-95CD-110E470830B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4730E229-1E44-448A-9DF7-9FF7B3F8D71A}" type="pres">
      <dgm:prSet presAssocID="{3CF9C678-CBB5-45AB-95CD-110E470830BF}" presName="spaceRect" presStyleCnt="0"/>
      <dgm:spPr/>
    </dgm:pt>
    <dgm:pt modelId="{A1EE6B36-981A-4508-A2B7-7F656DE0104A}" type="pres">
      <dgm:prSet presAssocID="{3CF9C678-CBB5-45AB-95CD-110E470830BF}" presName="parTx" presStyleLbl="revTx" presStyleIdx="0" presStyleCnt="6">
        <dgm:presLayoutVars>
          <dgm:chMax val="0"/>
          <dgm:chPref val="0"/>
        </dgm:presLayoutVars>
      </dgm:prSet>
      <dgm:spPr/>
    </dgm:pt>
    <dgm:pt modelId="{8805E256-8865-4AB3-85F7-D3E7CC822DC1}" type="pres">
      <dgm:prSet presAssocID="{F5C0B7E2-99EE-452A-BD4B-DDB9E311503A}" presName="sibTrans" presStyleCnt="0"/>
      <dgm:spPr/>
    </dgm:pt>
    <dgm:pt modelId="{B8A16013-08BA-4F8D-912B-7ACFFE8B026F}" type="pres">
      <dgm:prSet presAssocID="{C45CE3BF-B473-407D-AFF5-F082B06A14B6}" presName="compNode" presStyleCnt="0"/>
      <dgm:spPr/>
    </dgm:pt>
    <dgm:pt modelId="{F20A6DF6-C7D3-4AC9-9FF2-9E40E1B71308}" type="pres">
      <dgm:prSet presAssocID="{C45CE3BF-B473-407D-AFF5-F082B06A14B6}" presName="bgRect" presStyleLbl="bgShp" presStyleIdx="1" presStyleCnt="6"/>
      <dgm:spPr/>
    </dgm:pt>
    <dgm:pt modelId="{24A0393D-575C-4ED8-96BD-A57A5FE6A102}" type="pres">
      <dgm:prSet presAssocID="{C45CE3BF-B473-407D-AFF5-F082B06A14B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3C2757E-A836-4C27-9D27-FFF094156599}" type="pres">
      <dgm:prSet presAssocID="{C45CE3BF-B473-407D-AFF5-F082B06A14B6}" presName="spaceRect" presStyleCnt="0"/>
      <dgm:spPr/>
    </dgm:pt>
    <dgm:pt modelId="{AE64AD20-2D52-4240-892E-7EAA804CD00A}" type="pres">
      <dgm:prSet presAssocID="{C45CE3BF-B473-407D-AFF5-F082B06A14B6}" presName="parTx" presStyleLbl="revTx" presStyleIdx="1" presStyleCnt="6">
        <dgm:presLayoutVars>
          <dgm:chMax val="0"/>
          <dgm:chPref val="0"/>
        </dgm:presLayoutVars>
      </dgm:prSet>
      <dgm:spPr/>
    </dgm:pt>
    <dgm:pt modelId="{40D9E531-52A1-4B8F-A37A-787FFAC0C8A2}" type="pres">
      <dgm:prSet presAssocID="{BAB4630B-6268-4834-8E8F-A66B0B5BFE17}" presName="sibTrans" presStyleCnt="0"/>
      <dgm:spPr/>
    </dgm:pt>
    <dgm:pt modelId="{63CE6A9D-5673-47F6-98D0-87DEBAC48B08}" type="pres">
      <dgm:prSet presAssocID="{7A243FBC-AD35-4107-8F74-721929757526}" presName="compNode" presStyleCnt="0"/>
      <dgm:spPr/>
    </dgm:pt>
    <dgm:pt modelId="{BD7295EA-6774-4C78-B0AA-691DEDA92C80}" type="pres">
      <dgm:prSet presAssocID="{7A243FBC-AD35-4107-8F74-721929757526}" presName="bgRect" presStyleLbl="bgShp" presStyleIdx="2" presStyleCnt="6"/>
      <dgm:spPr/>
    </dgm:pt>
    <dgm:pt modelId="{19C80952-0B14-46D7-A34D-D27384155AC7}" type="pres">
      <dgm:prSet presAssocID="{7A243FBC-AD35-4107-8F74-72192975752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C2E1EE1-F569-4E36-A857-8AE983C66398}" type="pres">
      <dgm:prSet presAssocID="{7A243FBC-AD35-4107-8F74-721929757526}" presName="spaceRect" presStyleCnt="0"/>
      <dgm:spPr/>
    </dgm:pt>
    <dgm:pt modelId="{F4133055-FC9C-45E8-A7C9-E48243046BD6}" type="pres">
      <dgm:prSet presAssocID="{7A243FBC-AD35-4107-8F74-721929757526}" presName="parTx" presStyleLbl="revTx" presStyleIdx="2" presStyleCnt="6">
        <dgm:presLayoutVars>
          <dgm:chMax val="0"/>
          <dgm:chPref val="0"/>
        </dgm:presLayoutVars>
      </dgm:prSet>
      <dgm:spPr/>
    </dgm:pt>
    <dgm:pt modelId="{FA51AD16-A2E6-4CD1-8E61-1E4CFD68E2B4}" type="pres">
      <dgm:prSet presAssocID="{7B838A1F-BA75-47B9-B84A-5BFAC91FDCA7}" presName="sibTrans" presStyleCnt="0"/>
      <dgm:spPr/>
    </dgm:pt>
    <dgm:pt modelId="{30591F33-9802-4573-BE19-6FDCF8890E7E}" type="pres">
      <dgm:prSet presAssocID="{9D73EE02-3B93-40C2-AA0A-C06133759355}" presName="compNode" presStyleCnt="0"/>
      <dgm:spPr/>
    </dgm:pt>
    <dgm:pt modelId="{809F7D35-CBEE-4729-992E-758B27FD4650}" type="pres">
      <dgm:prSet presAssocID="{9D73EE02-3B93-40C2-AA0A-C06133759355}" presName="bgRect" presStyleLbl="bgShp" presStyleIdx="3" presStyleCnt="6"/>
      <dgm:spPr/>
    </dgm:pt>
    <dgm:pt modelId="{EEF4FE75-B360-4176-8AA4-262454757DC0}" type="pres">
      <dgm:prSet presAssocID="{9D73EE02-3B93-40C2-AA0A-C0613375935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19C4C89B-B661-4331-AD24-31F26352AF4A}" type="pres">
      <dgm:prSet presAssocID="{9D73EE02-3B93-40C2-AA0A-C06133759355}" presName="spaceRect" presStyleCnt="0"/>
      <dgm:spPr/>
    </dgm:pt>
    <dgm:pt modelId="{56B56EA5-BB2F-47D9-8291-0684F79B8F8F}" type="pres">
      <dgm:prSet presAssocID="{9D73EE02-3B93-40C2-AA0A-C06133759355}" presName="parTx" presStyleLbl="revTx" presStyleIdx="3" presStyleCnt="6">
        <dgm:presLayoutVars>
          <dgm:chMax val="0"/>
          <dgm:chPref val="0"/>
        </dgm:presLayoutVars>
      </dgm:prSet>
      <dgm:spPr/>
    </dgm:pt>
    <dgm:pt modelId="{93795A49-5CFF-4C1A-B3A5-570FCBA2DC1A}" type="pres">
      <dgm:prSet presAssocID="{ABAA8484-A4F9-49B5-864C-ACD0FEB180C1}" presName="sibTrans" presStyleCnt="0"/>
      <dgm:spPr/>
    </dgm:pt>
    <dgm:pt modelId="{06D99AB1-5416-4A63-98A2-0893EF9D647F}" type="pres">
      <dgm:prSet presAssocID="{6BC24B2D-32EE-44E9-87AC-35FC7F935E57}" presName="compNode" presStyleCnt="0"/>
      <dgm:spPr/>
    </dgm:pt>
    <dgm:pt modelId="{D209269A-583E-47AE-8F24-66289C46D687}" type="pres">
      <dgm:prSet presAssocID="{6BC24B2D-32EE-44E9-87AC-35FC7F935E57}" presName="bgRect" presStyleLbl="bgShp" presStyleIdx="4" presStyleCnt="6"/>
      <dgm:spPr/>
    </dgm:pt>
    <dgm:pt modelId="{D244399B-580D-49B6-8901-47246E489D06}" type="pres">
      <dgm:prSet presAssocID="{6BC24B2D-32EE-44E9-87AC-35FC7F935E5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rama"/>
        </a:ext>
      </dgm:extLst>
    </dgm:pt>
    <dgm:pt modelId="{2324E60A-B5C9-4F60-8322-05F303EAF461}" type="pres">
      <dgm:prSet presAssocID="{6BC24B2D-32EE-44E9-87AC-35FC7F935E57}" presName="spaceRect" presStyleCnt="0"/>
      <dgm:spPr/>
    </dgm:pt>
    <dgm:pt modelId="{46932361-25B6-4329-A259-D44B751465D7}" type="pres">
      <dgm:prSet presAssocID="{6BC24B2D-32EE-44E9-87AC-35FC7F935E57}" presName="parTx" presStyleLbl="revTx" presStyleIdx="4" presStyleCnt="6">
        <dgm:presLayoutVars>
          <dgm:chMax val="0"/>
          <dgm:chPref val="0"/>
        </dgm:presLayoutVars>
      </dgm:prSet>
      <dgm:spPr/>
    </dgm:pt>
    <dgm:pt modelId="{B0444DC3-DF42-486D-9856-CDA57E77FA3F}" type="pres">
      <dgm:prSet presAssocID="{6CFA3524-272A-4919-80DC-E987AA601C3F}" presName="sibTrans" presStyleCnt="0"/>
      <dgm:spPr/>
    </dgm:pt>
    <dgm:pt modelId="{CE1962AF-E0BE-4F76-B097-D9CA4C04C119}" type="pres">
      <dgm:prSet presAssocID="{C0EF8339-9344-4A99-B1E4-5FD2FF990951}" presName="compNode" presStyleCnt="0"/>
      <dgm:spPr/>
    </dgm:pt>
    <dgm:pt modelId="{8F2CB195-D858-4539-8963-103665B87CBB}" type="pres">
      <dgm:prSet presAssocID="{C0EF8339-9344-4A99-B1E4-5FD2FF990951}" presName="bgRect" presStyleLbl="bgShp" presStyleIdx="5" presStyleCnt="6"/>
      <dgm:spPr/>
    </dgm:pt>
    <dgm:pt modelId="{A45B7EF4-4D0A-4218-BBD4-227E0FCBEB37}" type="pres">
      <dgm:prSet presAssocID="{C0EF8339-9344-4A99-B1E4-5FD2FF99095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CAA3AF6-EA3E-4D01-985C-D28C8898F72E}" type="pres">
      <dgm:prSet presAssocID="{C0EF8339-9344-4A99-B1E4-5FD2FF990951}" presName="spaceRect" presStyleCnt="0"/>
      <dgm:spPr/>
    </dgm:pt>
    <dgm:pt modelId="{4943066E-79EB-4CBF-B3A3-406C75327730}" type="pres">
      <dgm:prSet presAssocID="{C0EF8339-9344-4A99-B1E4-5FD2FF990951}" presName="parTx" presStyleLbl="revTx" presStyleIdx="5" presStyleCnt="6">
        <dgm:presLayoutVars>
          <dgm:chMax val="0"/>
          <dgm:chPref val="0"/>
        </dgm:presLayoutVars>
      </dgm:prSet>
      <dgm:spPr/>
    </dgm:pt>
  </dgm:ptLst>
  <dgm:cxnLst>
    <dgm:cxn modelId="{0F63E407-777B-4F02-8088-B49560882A5A}" srcId="{08A1034C-2001-4665-B29D-5CA58163F880}" destId="{3CF9C678-CBB5-45AB-95CD-110E470830BF}" srcOrd="0" destOrd="0" parTransId="{DDE2F24E-063D-4647-B427-7A7955852FA9}" sibTransId="{F5C0B7E2-99EE-452A-BD4B-DDB9E311503A}"/>
    <dgm:cxn modelId="{40D2790F-A23E-4EB7-BE79-0D3F6A3547F8}" type="presOf" srcId="{08A1034C-2001-4665-B29D-5CA58163F880}" destId="{FE9167F2-1075-414B-BBC6-91FAA7F1693E}" srcOrd="0" destOrd="0" presId="urn:microsoft.com/office/officeart/2018/2/layout/IconVerticalSolidList"/>
    <dgm:cxn modelId="{84F64527-A4F3-4D65-918E-F4E3F9E22365}" srcId="{08A1034C-2001-4665-B29D-5CA58163F880}" destId="{C45CE3BF-B473-407D-AFF5-F082B06A14B6}" srcOrd="1" destOrd="0" parTransId="{9C9426A9-73BA-4C88-BF42-E556B83120DB}" sibTransId="{BAB4630B-6268-4834-8E8F-A66B0B5BFE17}"/>
    <dgm:cxn modelId="{73B83930-4CFA-4B5A-A9F2-D67349BDB8D7}" srcId="{08A1034C-2001-4665-B29D-5CA58163F880}" destId="{9D73EE02-3B93-40C2-AA0A-C06133759355}" srcOrd="3" destOrd="0" parTransId="{87E45BDB-E060-4843-AA99-1B2E72718CB7}" sibTransId="{ABAA8484-A4F9-49B5-864C-ACD0FEB180C1}"/>
    <dgm:cxn modelId="{F5772436-1909-415A-A188-B7F94C43A4E9}" type="presOf" srcId="{3CF9C678-CBB5-45AB-95CD-110E470830BF}" destId="{A1EE6B36-981A-4508-A2B7-7F656DE0104A}" srcOrd="0" destOrd="0" presId="urn:microsoft.com/office/officeart/2018/2/layout/IconVerticalSolidList"/>
    <dgm:cxn modelId="{3504245A-BEAB-4301-9F63-BA9D92C53442}" type="presOf" srcId="{6BC24B2D-32EE-44E9-87AC-35FC7F935E57}" destId="{46932361-25B6-4329-A259-D44B751465D7}" srcOrd="0" destOrd="0" presId="urn:microsoft.com/office/officeart/2018/2/layout/IconVerticalSolidList"/>
    <dgm:cxn modelId="{E4AE2D6B-E53A-471F-A690-75A038ED7319}" srcId="{08A1034C-2001-4665-B29D-5CA58163F880}" destId="{6BC24B2D-32EE-44E9-87AC-35FC7F935E57}" srcOrd="4" destOrd="0" parTransId="{97321508-BD69-4544-8049-0953255E9B67}" sibTransId="{6CFA3524-272A-4919-80DC-E987AA601C3F}"/>
    <dgm:cxn modelId="{2697FA85-CF56-44C1-B3FC-89CBF043C508}" srcId="{08A1034C-2001-4665-B29D-5CA58163F880}" destId="{7A243FBC-AD35-4107-8F74-721929757526}" srcOrd="2" destOrd="0" parTransId="{ED357439-67AB-4FA6-B9B6-253AAAFBAB25}" sibTransId="{7B838A1F-BA75-47B9-B84A-5BFAC91FDCA7}"/>
    <dgm:cxn modelId="{CD88BA9B-852C-4C07-9C7A-C7C06E5E885C}" type="presOf" srcId="{9D73EE02-3B93-40C2-AA0A-C06133759355}" destId="{56B56EA5-BB2F-47D9-8291-0684F79B8F8F}" srcOrd="0" destOrd="0" presId="urn:microsoft.com/office/officeart/2018/2/layout/IconVerticalSolidList"/>
    <dgm:cxn modelId="{2B8E54A6-A6DE-4C81-99B1-82AFE74BD56B}" type="presOf" srcId="{7A243FBC-AD35-4107-8F74-721929757526}" destId="{F4133055-FC9C-45E8-A7C9-E48243046BD6}" srcOrd="0" destOrd="0" presId="urn:microsoft.com/office/officeart/2018/2/layout/IconVerticalSolidList"/>
    <dgm:cxn modelId="{52FACDD4-D279-4016-A323-864C5D8F1A3F}" type="presOf" srcId="{C0EF8339-9344-4A99-B1E4-5FD2FF990951}" destId="{4943066E-79EB-4CBF-B3A3-406C75327730}" srcOrd="0" destOrd="0" presId="urn:microsoft.com/office/officeart/2018/2/layout/IconVerticalSolidList"/>
    <dgm:cxn modelId="{A1D28EF0-7F0E-4812-A42C-2D388AEC231D}" srcId="{08A1034C-2001-4665-B29D-5CA58163F880}" destId="{C0EF8339-9344-4A99-B1E4-5FD2FF990951}" srcOrd="5" destOrd="0" parTransId="{C7795428-5E1D-43ED-ACE6-D3CE7B7C77F6}" sibTransId="{7CB804C8-FD09-4D87-96E2-D214A0F7332C}"/>
    <dgm:cxn modelId="{31BEAAF8-3424-4A80-9713-AE1C0E0C7DCF}" type="presOf" srcId="{C45CE3BF-B473-407D-AFF5-F082B06A14B6}" destId="{AE64AD20-2D52-4240-892E-7EAA804CD00A}" srcOrd="0" destOrd="0" presId="urn:microsoft.com/office/officeart/2018/2/layout/IconVerticalSolidList"/>
    <dgm:cxn modelId="{01D96A18-1E30-4EA3-B933-9B9F49D412E0}" type="presParOf" srcId="{FE9167F2-1075-414B-BBC6-91FAA7F1693E}" destId="{B71278E3-56C1-4358-A592-95BB9CB0BEC9}" srcOrd="0" destOrd="0" presId="urn:microsoft.com/office/officeart/2018/2/layout/IconVerticalSolidList"/>
    <dgm:cxn modelId="{19FEE875-09EF-47C2-83CE-F74A6E04B9CD}" type="presParOf" srcId="{B71278E3-56C1-4358-A592-95BB9CB0BEC9}" destId="{31C90646-89C2-4893-B970-2378C9A89853}" srcOrd="0" destOrd="0" presId="urn:microsoft.com/office/officeart/2018/2/layout/IconVerticalSolidList"/>
    <dgm:cxn modelId="{9D32CDBD-CE05-4F53-BA63-299E609887E6}" type="presParOf" srcId="{B71278E3-56C1-4358-A592-95BB9CB0BEC9}" destId="{7D29764F-61D5-4F4F-9355-F41F846D8CDC}" srcOrd="1" destOrd="0" presId="urn:microsoft.com/office/officeart/2018/2/layout/IconVerticalSolidList"/>
    <dgm:cxn modelId="{7D0C8792-126F-4CCD-B78F-3AAD623A9135}" type="presParOf" srcId="{B71278E3-56C1-4358-A592-95BB9CB0BEC9}" destId="{4730E229-1E44-448A-9DF7-9FF7B3F8D71A}" srcOrd="2" destOrd="0" presId="urn:microsoft.com/office/officeart/2018/2/layout/IconVerticalSolidList"/>
    <dgm:cxn modelId="{77C1B177-66C3-476D-A294-20BA999ABD35}" type="presParOf" srcId="{B71278E3-56C1-4358-A592-95BB9CB0BEC9}" destId="{A1EE6B36-981A-4508-A2B7-7F656DE0104A}" srcOrd="3" destOrd="0" presId="urn:microsoft.com/office/officeart/2018/2/layout/IconVerticalSolidList"/>
    <dgm:cxn modelId="{CAC1BE9A-C5D1-404A-A7EE-5682C76029D9}" type="presParOf" srcId="{FE9167F2-1075-414B-BBC6-91FAA7F1693E}" destId="{8805E256-8865-4AB3-85F7-D3E7CC822DC1}" srcOrd="1" destOrd="0" presId="urn:microsoft.com/office/officeart/2018/2/layout/IconVerticalSolidList"/>
    <dgm:cxn modelId="{A35E16D8-C1D8-4DD6-B15C-FA6BCB0EB7E4}" type="presParOf" srcId="{FE9167F2-1075-414B-BBC6-91FAA7F1693E}" destId="{B8A16013-08BA-4F8D-912B-7ACFFE8B026F}" srcOrd="2" destOrd="0" presId="urn:microsoft.com/office/officeart/2018/2/layout/IconVerticalSolidList"/>
    <dgm:cxn modelId="{359E2530-C72D-4328-8DEA-36465DDEC355}" type="presParOf" srcId="{B8A16013-08BA-4F8D-912B-7ACFFE8B026F}" destId="{F20A6DF6-C7D3-4AC9-9FF2-9E40E1B71308}" srcOrd="0" destOrd="0" presId="urn:microsoft.com/office/officeart/2018/2/layout/IconVerticalSolidList"/>
    <dgm:cxn modelId="{9199C1D8-049F-42E0-8C5F-EC58DE733988}" type="presParOf" srcId="{B8A16013-08BA-4F8D-912B-7ACFFE8B026F}" destId="{24A0393D-575C-4ED8-96BD-A57A5FE6A102}" srcOrd="1" destOrd="0" presId="urn:microsoft.com/office/officeart/2018/2/layout/IconVerticalSolidList"/>
    <dgm:cxn modelId="{58273D57-4603-4A64-BC86-BA06581C0103}" type="presParOf" srcId="{B8A16013-08BA-4F8D-912B-7ACFFE8B026F}" destId="{A3C2757E-A836-4C27-9D27-FFF094156599}" srcOrd="2" destOrd="0" presId="urn:microsoft.com/office/officeart/2018/2/layout/IconVerticalSolidList"/>
    <dgm:cxn modelId="{82CEA7F5-92D9-4FBC-A814-0E1800EC6B5A}" type="presParOf" srcId="{B8A16013-08BA-4F8D-912B-7ACFFE8B026F}" destId="{AE64AD20-2D52-4240-892E-7EAA804CD00A}" srcOrd="3" destOrd="0" presId="urn:microsoft.com/office/officeart/2018/2/layout/IconVerticalSolidList"/>
    <dgm:cxn modelId="{BF6D870F-809C-4701-B576-48D911356B3F}" type="presParOf" srcId="{FE9167F2-1075-414B-BBC6-91FAA7F1693E}" destId="{40D9E531-52A1-4B8F-A37A-787FFAC0C8A2}" srcOrd="3" destOrd="0" presId="urn:microsoft.com/office/officeart/2018/2/layout/IconVerticalSolidList"/>
    <dgm:cxn modelId="{B38F3219-6717-4FFA-AE3E-CADA466FA3FC}" type="presParOf" srcId="{FE9167F2-1075-414B-BBC6-91FAA7F1693E}" destId="{63CE6A9D-5673-47F6-98D0-87DEBAC48B08}" srcOrd="4" destOrd="0" presId="urn:microsoft.com/office/officeart/2018/2/layout/IconVerticalSolidList"/>
    <dgm:cxn modelId="{06DE5C64-69B4-4BF1-BB34-45D5AE80E038}" type="presParOf" srcId="{63CE6A9D-5673-47F6-98D0-87DEBAC48B08}" destId="{BD7295EA-6774-4C78-B0AA-691DEDA92C80}" srcOrd="0" destOrd="0" presId="urn:microsoft.com/office/officeart/2018/2/layout/IconVerticalSolidList"/>
    <dgm:cxn modelId="{D16F125B-9985-49A1-8879-70786CCA516D}" type="presParOf" srcId="{63CE6A9D-5673-47F6-98D0-87DEBAC48B08}" destId="{19C80952-0B14-46D7-A34D-D27384155AC7}" srcOrd="1" destOrd="0" presId="urn:microsoft.com/office/officeart/2018/2/layout/IconVerticalSolidList"/>
    <dgm:cxn modelId="{9C6D5B97-E90D-4ACC-B92E-B4758B359578}" type="presParOf" srcId="{63CE6A9D-5673-47F6-98D0-87DEBAC48B08}" destId="{6C2E1EE1-F569-4E36-A857-8AE983C66398}" srcOrd="2" destOrd="0" presId="urn:microsoft.com/office/officeart/2018/2/layout/IconVerticalSolidList"/>
    <dgm:cxn modelId="{8C3FF098-4C74-411D-A72E-A1BFA98BB397}" type="presParOf" srcId="{63CE6A9D-5673-47F6-98D0-87DEBAC48B08}" destId="{F4133055-FC9C-45E8-A7C9-E48243046BD6}" srcOrd="3" destOrd="0" presId="urn:microsoft.com/office/officeart/2018/2/layout/IconVerticalSolidList"/>
    <dgm:cxn modelId="{C624B1E1-2F18-4AFF-A06C-5A339D0B303B}" type="presParOf" srcId="{FE9167F2-1075-414B-BBC6-91FAA7F1693E}" destId="{FA51AD16-A2E6-4CD1-8E61-1E4CFD68E2B4}" srcOrd="5" destOrd="0" presId="urn:microsoft.com/office/officeart/2018/2/layout/IconVerticalSolidList"/>
    <dgm:cxn modelId="{D6D81EEA-6373-4ED6-9B4A-5B1D972E221C}" type="presParOf" srcId="{FE9167F2-1075-414B-BBC6-91FAA7F1693E}" destId="{30591F33-9802-4573-BE19-6FDCF8890E7E}" srcOrd="6" destOrd="0" presId="urn:microsoft.com/office/officeart/2018/2/layout/IconVerticalSolidList"/>
    <dgm:cxn modelId="{D935ADC2-515B-4DFC-BB2F-85A0C397D746}" type="presParOf" srcId="{30591F33-9802-4573-BE19-6FDCF8890E7E}" destId="{809F7D35-CBEE-4729-992E-758B27FD4650}" srcOrd="0" destOrd="0" presId="urn:microsoft.com/office/officeart/2018/2/layout/IconVerticalSolidList"/>
    <dgm:cxn modelId="{1A2BB099-4BB1-4554-A672-5BACE8183800}" type="presParOf" srcId="{30591F33-9802-4573-BE19-6FDCF8890E7E}" destId="{EEF4FE75-B360-4176-8AA4-262454757DC0}" srcOrd="1" destOrd="0" presId="urn:microsoft.com/office/officeart/2018/2/layout/IconVerticalSolidList"/>
    <dgm:cxn modelId="{F8262741-442E-49E4-991E-B36A04635BB2}" type="presParOf" srcId="{30591F33-9802-4573-BE19-6FDCF8890E7E}" destId="{19C4C89B-B661-4331-AD24-31F26352AF4A}" srcOrd="2" destOrd="0" presId="urn:microsoft.com/office/officeart/2018/2/layout/IconVerticalSolidList"/>
    <dgm:cxn modelId="{F2646642-EE1B-4E96-A888-24A540FF03FA}" type="presParOf" srcId="{30591F33-9802-4573-BE19-6FDCF8890E7E}" destId="{56B56EA5-BB2F-47D9-8291-0684F79B8F8F}" srcOrd="3" destOrd="0" presId="urn:microsoft.com/office/officeart/2018/2/layout/IconVerticalSolidList"/>
    <dgm:cxn modelId="{C571DA2A-43B6-4159-98CD-3A44530C4E3D}" type="presParOf" srcId="{FE9167F2-1075-414B-BBC6-91FAA7F1693E}" destId="{93795A49-5CFF-4C1A-B3A5-570FCBA2DC1A}" srcOrd="7" destOrd="0" presId="urn:microsoft.com/office/officeart/2018/2/layout/IconVerticalSolidList"/>
    <dgm:cxn modelId="{DFFEC4AE-441D-4E84-9E12-C42AAC58E758}" type="presParOf" srcId="{FE9167F2-1075-414B-BBC6-91FAA7F1693E}" destId="{06D99AB1-5416-4A63-98A2-0893EF9D647F}" srcOrd="8" destOrd="0" presId="urn:microsoft.com/office/officeart/2018/2/layout/IconVerticalSolidList"/>
    <dgm:cxn modelId="{D202DD5D-C106-44BD-B154-B0227942887C}" type="presParOf" srcId="{06D99AB1-5416-4A63-98A2-0893EF9D647F}" destId="{D209269A-583E-47AE-8F24-66289C46D687}" srcOrd="0" destOrd="0" presId="urn:microsoft.com/office/officeart/2018/2/layout/IconVerticalSolidList"/>
    <dgm:cxn modelId="{2F322BB4-BB2E-4FBC-B624-0B2E3D632455}" type="presParOf" srcId="{06D99AB1-5416-4A63-98A2-0893EF9D647F}" destId="{D244399B-580D-49B6-8901-47246E489D06}" srcOrd="1" destOrd="0" presId="urn:microsoft.com/office/officeart/2018/2/layout/IconVerticalSolidList"/>
    <dgm:cxn modelId="{B4AF53FE-DE91-4C0E-BE38-B322256FDB38}" type="presParOf" srcId="{06D99AB1-5416-4A63-98A2-0893EF9D647F}" destId="{2324E60A-B5C9-4F60-8322-05F303EAF461}" srcOrd="2" destOrd="0" presId="urn:microsoft.com/office/officeart/2018/2/layout/IconVerticalSolidList"/>
    <dgm:cxn modelId="{7881A6BF-45C8-4D1E-A9CA-39123E34DAFA}" type="presParOf" srcId="{06D99AB1-5416-4A63-98A2-0893EF9D647F}" destId="{46932361-25B6-4329-A259-D44B751465D7}" srcOrd="3" destOrd="0" presId="urn:microsoft.com/office/officeart/2018/2/layout/IconVerticalSolidList"/>
    <dgm:cxn modelId="{7267B782-3440-4DC7-9E34-C932F6DF694B}" type="presParOf" srcId="{FE9167F2-1075-414B-BBC6-91FAA7F1693E}" destId="{B0444DC3-DF42-486D-9856-CDA57E77FA3F}" srcOrd="9" destOrd="0" presId="urn:microsoft.com/office/officeart/2018/2/layout/IconVerticalSolidList"/>
    <dgm:cxn modelId="{5546DDD6-C218-4C15-AAC4-0AA1152983E7}" type="presParOf" srcId="{FE9167F2-1075-414B-BBC6-91FAA7F1693E}" destId="{CE1962AF-E0BE-4F76-B097-D9CA4C04C119}" srcOrd="10" destOrd="0" presId="urn:microsoft.com/office/officeart/2018/2/layout/IconVerticalSolidList"/>
    <dgm:cxn modelId="{4C2982D3-9FBD-443F-850B-6F2A9508D8ED}" type="presParOf" srcId="{CE1962AF-E0BE-4F76-B097-D9CA4C04C119}" destId="{8F2CB195-D858-4539-8963-103665B87CBB}" srcOrd="0" destOrd="0" presId="urn:microsoft.com/office/officeart/2018/2/layout/IconVerticalSolidList"/>
    <dgm:cxn modelId="{BF2B284D-64C3-4C99-B0A3-82385A60DE50}" type="presParOf" srcId="{CE1962AF-E0BE-4F76-B097-D9CA4C04C119}" destId="{A45B7EF4-4D0A-4218-BBD4-227E0FCBEB37}" srcOrd="1" destOrd="0" presId="urn:microsoft.com/office/officeart/2018/2/layout/IconVerticalSolidList"/>
    <dgm:cxn modelId="{CDDD654B-3F9A-4B0D-85DE-A837E41B161E}" type="presParOf" srcId="{CE1962AF-E0BE-4F76-B097-D9CA4C04C119}" destId="{4CAA3AF6-EA3E-4D01-985C-D28C8898F72E}" srcOrd="2" destOrd="0" presId="urn:microsoft.com/office/officeart/2018/2/layout/IconVerticalSolidList"/>
    <dgm:cxn modelId="{6445F4B9-402F-420F-AD6B-3DA3625DD8A7}" type="presParOf" srcId="{CE1962AF-E0BE-4F76-B097-D9CA4C04C119}" destId="{4943066E-79EB-4CBF-B3A3-406C753277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E6AAA4-2C05-5548-B971-ECB66C9ADF32}" type="doc">
      <dgm:prSet loTypeId="urn:microsoft.com/office/officeart/2005/8/layout/hProcess11" loCatId="" qsTypeId="urn:microsoft.com/office/officeart/2005/8/quickstyle/simple1" qsCatId="simple" csTypeId="urn:microsoft.com/office/officeart/2005/8/colors/accent1_2" csCatId="accent1" phldr="1"/>
      <dgm:spPr/>
    </dgm:pt>
    <dgm:pt modelId="{5B121DBD-4461-914C-9078-9820EA6AD1A5}">
      <dgm:prSet phldrT="[Text]" custT="1"/>
      <dgm:spPr/>
      <dgm:t>
        <a:bodyPr/>
        <a:lstStyle/>
        <a:p>
          <a:r>
            <a:rPr lang="en-GB" sz="2000" dirty="0"/>
            <a:t>Jan 2023</a:t>
          </a:r>
        </a:p>
      </dgm:t>
    </dgm:pt>
    <dgm:pt modelId="{10FC7124-4848-A24B-A5E9-689DBCECA094}" type="parTrans" cxnId="{F06792F9-E896-3A4E-952F-5AAF648B09B1}">
      <dgm:prSet/>
      <dgm:spPr/>
      <dgm:t>
        <a:bodyPr/>
        <a:lstStyle/>
        <a:p>
          <a:endParaRPr lang="en-GB"/>
        </a:p>
      </dgm:t>
    </dgm:pt>
    <dgm:pt modelId="{C9019751-9EF3-A149-A238-3666F0242607}" type="sibTrans" cxnId="{F06792F9-E896-3A4E-952F-5AAF648B09B1}">
      <dgm:prSet/>
      <dgm:spPr/>
      <dgm:t>
        <a:bodyPr/>
        <a:lstStyle/>
        <a:p>
          <a:endParaRPr lang="en-GB"/>
        </a:p>
      </dgm:t>
    </dgm:pt>
    <dgm:pt modelId="{B9750023-F5A1-044D-B821-A8DD95D36CE3}">
      <dgm:prSet phldrT="[Tex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2024</a:t>
          </a:r>
        </a:p>
      </dgm:t>
    </dgm:pt>
    <dgm:pt modelId="{681BC8B4-C47D-304A-B6F0-572BB597AC08}" type="parTrans" cxnId="{9AB038C4-CC14-CF46-9FE1-E386E3FF2F3C}">
      <dgm:prSet/>
      <dgm:spPr/>
      <dgm:t>
        <a:bodyPr/>
        <a:lstStyle/>
        <a:p>
          <a:endParaRPr lang="en-GB"/>
        </a:p>
      </dgm:t>
    </dgm:pt>
    <dgm:pt modelId="{FD351CF0-E2C3-0348-AD76-98042D482602}" type="sibTrans" cxnId="{9AB038C4-CC14-CF46-9FE1-E386E3FF2F3C}">
      <dgm:prSet/>
      <dgm:spPr/>
      <dgm:t>
        <a:bodyPr/>
        <a:lstStyle/>
        <a:p>
          <a:endParaRPr lang="en-GB"/>
        </a:p>
      </dgm:t>
    </dgm:pt>
    <dgm:pt modelId="{4D39DEBC-8CB3-BA41-A3EA-8761FAAA89DB}">
      <dgm:prSet phldrT="[Tex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2025</a:t>
          </a:r>
        </a:p>
      </dgm:t>
    </dgm:pt>
    <dgm:pt modelId="{60AE291E-5AC1-E64D-8D8B-5D553714866A}" type="parTrans" cxnId="{56C8B775-C9F4-454E-9C5E-AFDC56E559B0}">
      <dgm:prSet/>
      <dgm:spPr/>
      <dgm:t>
        <a:bodyPr/>
        <a:lstStyle/>
        <a:p>
          <a:endParaRPr lang="en-GB"/>
        </a:p>
      </dgm:t>
    </dgm:pt>
    <dgm:pt modelId="{C282280F-987E-F542-B78F-A953F3B14F09}" type="sibTrans" cxnId="{56C8B775-C9F4-454E-9C5E-AFDC56E559B0}">
      <dgm:prSet/>
      <dgm:spPr/>
      <dgm:t>
        <a:bodyPr/>
        <a:lstStyle/>
        <a:p>
          <a:endParaRPr lang="en-GB"/>
        </a:p>
      </dgm:t>
    </dgm:pt>
    <dgm:pt modelId="{3C756650-6E77-434E-872C-5F2A628FFB43}">
      <dgm:prSet phldrT="[Tex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Oct</a:t>
          </a:r>
          <a:r>
            <a:rPr lang="en-GB" sz="4100" kern="1200" dirty="0"/>
            <a:t> </a:t>
          </a:r>
          <a:r>
            <a:rPr lang="en-GB" sz="2000" kern="1200" dirty="0">
              <a:solidFill>
                <a:prstClr val="black">
                  <a:hueOff val="0"/>
                  <a:satOff val="0"/>
                  <a:lumOff val="0"/>
                  <a:alphaOff val="0"/>
                </a:prstClr>
              </a:solidFill>
              <a:latin typeface="Aptos" panose="02110004020202020204"/>
              <a:ea typeface="+mn-ea"/>
              <a:cs typeface="+mn-cs"/>
            </a:rPr>
            <a:t>2025</a:t>
          </a:r>
        </a:p>
      </dgm:t>
    </dgm:pt>
    <dgm:pt modelId="{AE2CE518-85B0-A34A-B662-3B1CDBC5FF84}" type="parTrans" cxnId="{5DBF3579-5B0A-1B44-9111-19268B1C8CE2}">
      <dgm:prSet/>
      <dgm:spPr/>
      <dgm:t>
        <a:bodyPr/>
        <a:lstStyle/>
        <a:p>
          <a:endParaRPr lang="en-GB"/>
        </a:p>
      </dgm:t>
    </dgm:pt>
    <dgm:pt modelId="{0B49EEC2-5F0A-D045-A2B2-82C454F79991}" type="sibTrans" cxnId="{5DBF3579-5B0A-1B44-9111-19268B1C8CE2}">
      <dgm:prSet/>
      <dgm:spPr/>
      <dgm:t>
        <a:bodyPr/>
        <a:lstStyle/>
        <a:p>
          <a:endParaRPr lang="en-GB"/>
        </a:p>
      </dgm:t>
    </dgm:pt>
    <dgm:pt modelId="{0CCB3F14-CACA-DA4D-9C36-B84C8A08EB68}">
      <dgm:prSe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March 2025</a:t>
          </a:r>
        </a:p>
      </dgm:t>
    </dgm:pt>
    <dgm:pt modelId="{35394377-B0EB-4F49-B60C-4F259EDA7F20}" type="parTrans" cxnId="{9235755E-8D3D-9E44-AD8E-390E13AEB120}">
      <dgm:prSet/>
      <dgm:spPr/>
      <dgm:t>
        <a:bodyPr/>
        <a:lstStyle/>
        <a:p>
          <a:endParaRPr lang="en-GB"/>
        </a:p>
      </dgm:t>
    </dgm:pt>
    <dgm:pt modelId="{52C31DAE-4A74-0745-850D-B709C1529FC6}" type="sibTrans" cxnId="{9235755E-8D3D-9E44-AD8E-390E13AEB120}">
      <dgm:prSet/>
      <dgm:spPr/>
      <dgm:t>
        <a:bodyPr/>
        <a:lstStyle/>
        <a:p>
          <a:endParaRPr lang="en-GB"/>
        </a:p>
      </dgm:t>
    </dgm:pt>
    <dgm:pt modelId="{4D19B1FD-7280-B147-8642-34EA87530C48}" type="pres">
      <dgm:prSet presAssocID="{08E6AAA4-2C05-5548-B971-ECB66C9ADF32}" presName="Name0" presStyleCnt="0">
        <dgm:presLayoutVars>
          <dgm:dir/>
          <dgm:resizeHandles val="exact"/>
        </dgm:presLayoutVars>
      </dgm:prSet>
      <dgm:spPr/>
    </dgm:pt>
    <dgm:pt modelId="{85925A14-BF52-3C49-BF53-C3E9ED6284B0}" type="pres">
      <dgm:prSet presAssocID="{08E6AAA4-2C05-5548-B971-ECB66C9ADF32}" presName="arrow" presStyleLbl="bgShp" presStyleIdx="0" presStyleCnt="1" custScaleY="17819"/>
      <dgm:spPr/>
    </dgm:pt>
    <dgm:pt modelId="{64FBEDF8-47B5-8F46-8703-EFFDDC28253E}" type="pres">
      <dgm:prSet presAssocID="{08E6AAA4-2C05-5548-B971-ECB66C9ADF32}" presName="points" presStyleCnt="0"/>
      <dgm:spPr/>
    </dgm:pt>
    <dgm:pt modelId="{EFFF622A-6F7C-4F43-A003-3ECE567AF0B2}" type="pres">
      <dgm:prSet presAssocID="{5B121DBD-4461-914C-9078-9820EA6AD1A5}" presName="compositeA" presStyleCnt="0"/>
      <dgm:spPr/>
    </dgm:pt>
    <dgm:pt modelId="{D966A0DA-4FD5-F340-AB4C-76CB16A626C8}" type="pres">
      <dgm:prSet presAssocID="{5B121DBD-4461-914C-9078-9820EA6AD1A5}" presName="textA" presStyleLbl="revTx" presStyleIdx="0" presStyleCnt="5" custLinFactNeighborX="-229" custLinFactNeighborY="71855">
        <dgm:presLayoutVars>
          <dgm:bulletEnabled val="1"/>
        </dgm:presLayoutVars>
      </dgm:prSet>
      <dgm:spPr/>
    </dgm:pt>
    <dgm:pt modelId="{8F918ABC-2865-CF4F-A08B-7FA74E10E349}" type="pres">
      <dgm:prSet presAssocID="{5B121DBD-4461-914C-9078-9820EA6AD1A5}" presName="circleA" presStyleLbl="node1" presStyleIdx="0" presStyleCnt="5"/>
      <dgm:spPr>
        <a:solidFill>
          <a:schemeClr val="accent6"/>
        </a:solidFill>
      </dgm:spPr>
    </dgm:pt>
    <dgm:pt modelId="{338EF0F6-538C-BA41-911F-1BFCF57BD042}" type="pres">
      <dgm:prSet presAssocID="{5B121DBD-4461-914C-9078-9820EA6AD1A5}" presName="spaceA" presStyleCnt="0"/>
      <dgm:spPr/>
    </dgm:pt>
    <dgm:pt modelId="{F311C1CC-4663-1B45-B775-A27C14328245}" type="pres">
      <dgm:prSet presAssocID="{C9019751-9EF3-A149-A238-3666F0242607}" presName="space" presStyleCnt="0"/>
      <dgm:spPr/>
    </dgm:pt>
    <dgm:pt modelId="{CCAC03A5-AB71-094C-A43E-55344CE6E32A}" type="pres">
      <dgm:prSet presAssocID="{B9750023-F5A1-044D-B821-A8DD95D36CE3}" presName="compositeB" presStyleCnt="0"/>
      <dgm:spPr/>
    </dgm:pt>
    <dgm:pt modelId="{E15BAC7D-1BA1-0945-8D9A-C90DFE2FD2D6}" type="pres">
      <dgm:prSet presAssocID="{B9750023-F5A1-044D-B821-A8DD95D36CE3}" presName="textB" presStyleLbl="revTx" presStyleIdx="1" presStyleCnt="5" custLinFactNeighborX="42143" custLinFactNeighborY="-77258">
        <dgm:presLayoutVars>
          <dgm:bulletEnabled val="1"/>
        </dgm:presLayoutVars>
      </dgm:prSet>
      <dgm:spPr/>
    </dgm:pt>
    <dgm:pt modelId="{ADD6E6C5-AABF-E044-8B07-71B08CF16C14}" type="pres">
      <dgm:prSet presAssocID="{B9750023-F5A1-044D-B821-A8DD95D36CE3}" presName="circleB" presStyleLbl="node1" presStyleIdx="1" presStyleCnt="5" custLinFactX="100000" custLinFactNeighborX="103962" custLinFactNeighborY="3090"/>
      <dgm:spPr>
        <a:solidFill>
          <a:schemeClr val="accent6"/>
        </a:solidFill>
      </dgm:spPr>
    </dgm:pt>
    <dgm:pt modelId="{B519658C-70CC-0841-9FA4-CD547D648908}" type="pres">
      <dgm:prSet presAssocID="{B9750023-F5A1-044D-B821-A8DD95D36CE3}" presName="spaceB" presStyleCnt="0"/>
      <dgm:spPr/>
    </dgm:pt>
    <dgm:pt modelId="{5B5D3D93-1E66-A849-8451-8012A0A0E845}" type="pres">
      <dgm:prSet presAssocID="{FD351CF0-E2C3-0348-AD76-98042D482602}" presName="space" presStyleCnt="0"/>
      <dgm:spPr/>
    </dgm:pt>
    <dgm:pt modelId="{9728C2EE-14B9-214E-AEA3-2EC561D26822}" type="pres">
      <dgm:prSet presAssocID="{4D39DEBC-8CB3-BA41-A3EA-8761FAAA89DB}" presName="compositeA" presStyleCnt="0"/>
      <dgm:spPr/>
    </dgm:pt>
    <dgm:pt modelId="{1C85C946-AEFE-0C4B-87CC-D1EB70A3D4F3}" type="pres">
      <dgm:prSet presAssocID="{4D39DEBC-8CB3-BA41-A3EA-8761FAAA89DB}" presName="textA" presStyleLbl="revTx" presStyleIdx="2" presStyleCnt="5" custLinFactNeighborX="69380" custLinFactNeighborY="21641">
        <dgm:presLayoutVars>
          <dgm:bulletEnabled val="1"/>
        </dgm:presLayoutVars>
      </dgm:prSet>
      <dgm:spPr>
        <a:xfrm>
          <a:off x="3822815" y="0"/>
          <a:ext cx="1818408" cy="1740535"/>
        </a:xfrm>
        <a:prstGeom prst="rect">
          <a:avLst/>
        </a:prstGeom>
      </dgm:spPr>
    </dgm:pt>
    <dgm:pt modelId="{ED01DA81-98AD-4045-BC4C-0A89CE412C95}" type="pres">
      <dgm:prSet presAssocID="{4D39DEBC-8CB3-BA41-A3EA-8761FAAA89DB}" presName="circleA" presStyleLbl="node1" presStyleIdx="2" presStyleCnt="5" custLinFactX="130665" custLinFactNeighborX="200000"/>
      <dgm:spPr>
        <a:xfrm>
          <a:off x="4514453" y="1958102"/>
          <a:ext cx="435133" cy="435133"/>
        </a:xfrm>
        <a:prstGeom prst="ellipse">
          <a:avLst/>
        </a:prstGeom>
        <a:solidFill>
          <a:srgbClr val="4EA72E"/>
        </a:solidFill>
        <a:ln w="19050" cap="flat" cmpd="sng" algn="ctr">
          <a:solidFill>
            <a:prstClr val="white">
              <a:hueOff val="0"/>
              <a:satOff val="0"/>
              <a:lumOff val="0"/>
              <a:alphaOff val="0"/>
            </a:prstClr>
          </a:solidFill>
          <a:prstDash val="solid"/>
          <a:miter lim="800000"/>
        </a:ln>
        <a:effectLst/>
      </dgm:spPr>
    </dgm:pt>
    <dgm:pt modelId="{F3AC2650-8064-3943-A9C4-83B02F23C44A}" type="pres">
      <dgm:prSet presAssocID="{4D39DEBC-8CB3-BA41-A3EA-8761FAAA89DB}" presName="spaceA" presStyleCnt="0"/>
      <dgm:spPr/>
    </dgm:pt>
    <dgm:pt modelId="{904A22A2-7237-3440-977C-3BB032847A9A}" type="pres">
      <dgm:prSet presAssocID="{C282280F-987E-F542-B78F-A953F3B14F09}" presName="space" presStyleCnt="0"/>
      <dgm:spPr/>
    </dgm:pt>
    <dgm:pt modelId="{BF11972E-3459-784B-BD9C-EA3AFA325509}" type="pres">
      <dgm:prSet presAssocID="{0CCB3F14-CACA-DA4D-9C36-B84C8A08EB68}" presName="compositeB" presStyleCnt="0"/>
      <dgm:spPr/>
    </dgm:pt>
    <dgm:pt modelId="{03B40A78-7EB8-C441-BAAD-AF9BBCB35207}" type="pres">
      <dgm:prSet presAssocID="{0CCB3F14-CACA-DA4D-9C36-B84C8A08EB68}" presName="textB" presStyleLbl="revTx" presStyleIdx="3" presStyleCnt="5" custLinFactNeighborX="18641" custLinFactNeighborY="-77270">
        <dgm:presLayoutVars>
          <dgm:bulletEnabled val="1"/>
        </dgm:presLayoutVars>
      </dgm:prSet>
      <dgm:spPr>
        <a:xfrm>
          <a:off x="5732144" y="2610802"/>
          <a:ext cx="1818408" cy="1740535"/>
        </a:xfrm>
        <a:prstGeom prst="rect">
          <a:avLst/>
        </a:prstGeom>
      </dgm:spPr>
    </dgm:pt>
    <dgm:pt modelId="{4364E00F-A4D1-6244-9ABF-01DB916EED88}" type="pres">
      <dgm:prSet presAssocID="{0CCB3F14-CACA-DA4D-9C36-B84C8A08EB68}" presName="circleB" presStyleLbl="node1" presStyleIdx="3" presStyleCnt="5" custLinFactNeighborX="50345" custLinFactNeighborY="3091"/>
      <dgm:spPr>
        <a:xfrm>
          <a:off x="5257801" y="1958102"/>
          <a:ext cx="435133" cy="435133"/>
        </a:xfrm>
        <a:prstGeom prst="ellipse">
          <a:avLst/>
        </a:prstGeom>
        <a:solidFill>
          <a:srgbClr val="FFC000"/>
        </a:solidFill>
        <a:ln w="19050" cap="flat" cmpd="sng" algn="ctr">
          <a:solidFill>
            <a:prstClr val="white">
              <a:hueOff val="0"/>
              <a:satOff val="0"/>
              <a:lumOff val="0"/>
              <a:alphaOff val="0"/>
            </a:prstClr>
          </a:solidFill>
          <a:prstDash val="solid"/>
          <a:miter lim="800000"/>
        </a:ln>
        <a:effectLst/>
      </dgm:spPr>
    </dgm:pt>
    <dgm:pt modelId="{CE88F16B-21C7-B947-A333-9F61ABE796D4}" type="pres">
      <dgm:prSet presAssocID="{0CCB3F14-CACA-DA4D-9C36-B84C8A08EB68}" presName="spaceB" presStyleCnt="0"/>
      <dgm:spPr/>
    </dgm:pt>
    <dgm:pt modelId="{DF605007-C395-014F-A6DF-3857610BA5DB}" type="pres">
      <dgm:prSet presAssocID="{52C31DAE-4A74-0745-850D-B709C1529FC6}" presName="space" presStyleCnt="0"/>
      <dgm:spPr/>
    </dgm:pt>
    <dgm:pt modelId="{D5D911B1-9978-784D-BE27-53F8B02835B1}" type="pres">
      <dgm:prSet presAssocID="{3C756650-6E77-434E-872C-5F2A628FFB43}" presName="compositeA" presStyleCnt="0"/>
      <dgm:spPr/>
    </dgm:pt>
    <dgm:pt modelId="{E02C04CA-3536-5E4D-8B4D-22B7D8E93C92}" type="pres">
      <dgm:prSet presAssocID="{3C756650-6E77-434E-872C-5F2A628FFB43}" presName="textA" presStyleLbl="revTx" presStyleIdx="4" presStyleCnt="5" custLinFactNeighborX="11099" custLinFactNeighborY="69932">
        <dgm:presLayoutVars>
          <dgm:bulletEnabled val="1"/>
        </dgm:presLayoutVars>
      </dgm:prSet>
      <dgm:spPr>
        <a:xfrm>
          <a:off x="7641472" y="0"/>
          <a:ext cx="1818408" cy="1740535"/>
        </a:xfrm>
        <a:prstGeom prst="rect">
          <a:avLst/>
        </a:prstGeom>
      </dgm:spPr>
    </dgm:pt>
    <dgm:pt modelId="{3556052B-E53C-3845-802B-98743DD27EE1}" type="pres">
      <dgm:prSet presAssocID="{3C756650-6E77-434E-872C-5F2A628FFB43}" presName="circleA" presStyleLbl="node1" presStyleIdx="4" presStyleCnt="5" custLinFactNeighborX="-30900"/>
      <dgm:spPr>
        <a:solidFill>
          <a:srgbClr val="C00000"/>
        </a:solidFill>
      </dgm:spPr>
    </dgm:pt>
    <dgm:pt modelId="{B753CB48-CE3B-2C46-BA13-3EFB68FC3D01}" type="pres">
      <dgm:prSet presAssocID="{3C756650-6E77-434E-872C-5F2A628FFB43}" presName="spaceA" presStyleCnt="0"/>
      <dgm:spPr/>
    </dgm:pt>
  </dgm:ptLst>
  <dgm:cxnLst>
    <dgm:cxn modelId="{A2319809-4178-D04E-9EE2-A804E187E748}" type="presOf" srcId="{08E6AAA4-2C05-5548-B971-ECB66C9ADF32}" destId="{4D19B1FD-7280-B147-8642-34EA87530C48}" srcOrd="0" destOrd="0" presId="urn:microsoft.com/office/officeart/2005/8/layout/hProcess11"/>
    <dgm:cxn modelId="{9235755E-8D3D-9E44-AD8E-390E13AEB120}" srcId="{08E6AAA4-2C05-5548-B971-ECB66C9ADF32}" destId="{0CCB3F14-CACA-DA4D-9C36-B84C8A08EB68}" srcOrd="3" destOrd="0" parTransId="{35394377-B0EB-4F49-B60C-4F259EDA7F20}" sibTransId="{52C31DAE-4A74-0745-850D-B709C1529FC6}"/>
    <dgm:cxn modelId="{5E6EBD5F-968C-A848-884D-5D573992EDC3}" type="presOf" srcId="{B9750023-F5A1-044D-B821-A8DD95D36CE3}" destId="{E15BAC7D-1BA1-0945-8D9A-C90DFE2FD2D6}" srcOrd="0" destOrd="0" presId="urn:microsoft.com/office/officeart/2005/8/layout/hProcess11"/>
    <dgm:cxn modelId="{56C8B775-C9F4-454E-9C5E-AFDC56E559B0}" srcId="{08E6AAA4-2C05-5548-B971-ECB66C9ADF32}" destId="{4D39DEBC-8CB3-BA41-A3EA-8761FAAA89DB}" srcOrd="2" destOrd="0" parTransId="{60AE291E-5AC1-E64D-8D8B-5D553714866A}" sibTransId="{C282280F-987E-F542-B78F-A953F3B14F09}"/>
    <dgm:cxn modelId="{5DBF3579-5B0A-1B44-9111-19268B1C8CE2}" srcId="{08E6AAA4-2C05-5548-B971-ECB66C9ADF32}" destId="{3C756650-6E77-434E-872C-5F2A628FFB43}" srcOrd="4" destOrd="0" parTransId="{AE2CE518-85B0-A34A-B662-3B1CDBC5FF84}" sibTransId="{0B49EEC2-5F0A-D045-A2B2-82C454F79991}"/>
    <dgm:cxn modelId="{216FEABE-CBFB-4642-A71A-9BBB7B609C65}" type="presOf" srcId="{3C756650-6E77-434E-872C-5F2A628FFB43}" destId="{E02C04CA-3536-5E4D-8B4D-22B7D8E93C92}" srcOrd="0" destOrd="0" presId="urn:microsoft.com/office/officeart/2005/8/layout/hProcess11"/>
    <dgm:cxn modelId="{9AB038C4-CC14-CF46-9FE1-E386E3FF2F3C}" srcId="{08E6AAA4-2C05-5548-B971-ECB66C9ADF32}" destId="{B9750023-F5A1-044D-B821-A8DD95D36CE3}" srcOrd="1" destOrd="0" parTransId="{681BC8B4-C47D-304A-B6F0-572BB597AC08}" sibTransId="{FD351CF0-E2C3-0348-AD76-98042D482602}"/>
    <dgm:cxn modelId="{B005E8D0-90D0-BF4B-BB80-6A8D0E2C1BC6}" type="presOf" srcId="{4D39DEBC-8CB3-BA41-A3EA-8761FAAA89DB}" destId="{1C85C946-AEFE-0C4B-87CC-D1EB70A3D4F3}" srcOrd="0" destOrd="0" presId="urn:microsoft.com/office/officeart/2005/8/layout/hProcess11"/>
    <dgm:cxn modelId="{51BCF6D0-C61C-3041-8BF6-0AC6798E69F5}" type="presOf" srcId="{0CCB3F14-CACA-DA4D-9C36-B84C8A08EB68}" destId="{03B40A78-7EB8-C441-BAAD-AF9BBCB35207}" srcOrd="0" destOrd="0" presId="urn:microsoft.com/office/officeart/2005/8/layout/hProcess11"/>
    <dgm:cxn modelId="{616010E1-66E7-7348-93FB-8B16951055A8}" type="presOf" srcId="{5B121DBD-4461-914C-9078-9820EA6AD1A5}" destId="{D966A0DA-4FD5-F340-AB4C-76CB16A626C8}" srcOrd="0" destOrd="0" presId="urn:microsoft.com/office/officeart/2005/8/layout/hProcess11"/>
    <dgm:cxn modelId="{F06792F9-E896-3A4E-952F-5AAF648B09B1}" srcId="{08E6AAA4-2C05-5548-B971-ECB66C9ADF32}" destId="{5B121DBD-4461-914C-9078-9820EA6AD1A5}" srcOrd="0" destOrd="0" parTransId="{10FC7124-4848-A24B-A5E9-689DBCECA094}" sibTransId="{C9019751-9EF3-A149-A238-3666F0242607}"/>
    <dgm:cxn modelId="{0B0953F0-D84C-634C-95C5-4BE2D8E78317}" type="presParOf" srcId="{4D19B1FD-7280-B147-8642-34EA87530C48}" destId="{85925A14-BF52-3C49-BF53-C3E9ED6284B0}" srcOrd="0" destOrd="0" presId="urn:microsoft.com/office/officeart/2005/8/layout/hProcess11"/>
    <dgm:cxn modelId="{FB80C8AC-127F-6F48-ACCD-7030440926B1}" type="presParOf" srcId="{4D19B1FD-7280-B147-8642-34EA87530C48}" destId="{64FBEDF8-47B5-8F46-8703-EFFDDC28253E}" srcOrd="1" destOrd="0" presId="urn:microsoft.com/office/officeart/2005/8/layout/hProcess11"/>
    <dgm:cxn modelId="{B1EF1CD5-710F-514A-B587-EB269F767D3D}" type="presParOf" srcId="{64FBEDF8-47B5-8F46-8703-EFFDDC28253E}" destId="{EFFF622A-6F7C-4F43-A003-3ECE567AF0B2}" srcOrd="0" destOrd="0" presId="urn:microsoft.com/office/officeart/2005/8/layout/hProcess11"/>
    <dgm:cxn modelId="{7313DDFF-DEA0-784E-8B41-DE341C2708DA}" type="presParOf" srcId="{EFFF622A-6F7C-4F43-A003-3ECE567AF0B2}" destId="{D966A0DA-4FD5-F340-AB4C-76CB16A626C8}" srcOrd="0" destOrd="0" presId="urn:microsoft.com/office/officeart/2005/8/layout/hProcess11"/>
    <dgm:cxn modelId="{86AAEFC1-BC95-F34D-95CD-D4E01EFCA65F}" type="presParOf" srcId="{EFFF622A-6F7C-4F43-A003-3ECE567AF0B2}" destId="{8F918ABC-2865-CF4F-A08B-7FA74E10E349}" srcOrd="1" destOrd="0" presId="urn:microsoft.com/office/officeart/2005/8/layout/hProcess11"/>
    <dgm:cxn modelId="{60524F48-8EAA-0E41-AC87-6EE99650604E}" type="presParOf" srcId="{EFFF622A-6F7C-4F43-A003-3ECE567AF0B2}" destId="{338EF0F6-538C-BA41-911F-1BFCF57BD042}" srcOrd="2" destOrd="0" presId="urn:microsoft.com/office/officeart/2005/8/layout/hProcess11"/>
    <dgm:cxn modelId="{1B3CBF00-1024-044A-8986-A27C78122C62}" type="presParOf" srcId="{64FBEDF8-47B5-8F46-8703-EFFDDC28253E}" destId="{F311C1CC-4663-1B45-B775-A27C14328245}" srcOrd="1" destOrd="0" presId="urn:microsoft.com/office/officeart/2005/8/layout/hProcess11"/>
    <dgm:cxn modelId="{74A92616-8BC6-C44B-9793-FE059A0F5D1E}" type="presParOf" srcId="{64FBEDF8-47B5-8F46-8703-EFFDDC28253E}" destId="{CCAC03A5-AB71-094C-A43E-55344CE6E32A}" srcOrd="2" destOrd="0" presId="urn:microsoft.com/office/officeart/2005/8/layout/hProcess11"/>
    <dgm:cxn modelId="{4EA9FE68-D09B-D542-9222-9F9ED74E0499}" type="presParOf" srcId="{CCAC03A5-AB71-094C-A43E-55344CE6E32A}" destId="{E15BAC7D-1BA1-0945-8D9A-C90DFE2FD2D6}" srcOrd="0" destOrd="0" presId="urn:microsoft.com/office/officeart/2005/8/layout/hProcess11"/>
    <dgm:cxn modelId="{F27111B5-02C7-9643-95DD-AC895786A551}" type="presParOf" srcId="{CCAC03A5-AB71-094C-A43E-55344CE6E32A}" destId="{ADD6E6C5-AABF-E044-8B07-71B08CF16C14}" srcOrd="1" destOrd="0" presId="urn:microsoft.com/office/officeart/2005/8/layout/hProcess11"/>
    <dgm:cxn modelId="{B9481592-92B0-BF49-9E8C-8468E09035D1}" type="presParOf" srcId="{CCAC03A5-AB71-094C-A43E-55344CE6E32A}" destId="{B519658C-70CC-0841-9FA4-CD547D648908}" srcOrd="2" destOrd="0" presId="urn:microsoft.com/office/officeart/2005/8/layout/hProcess11"/>
    <dgm:cxn modelId="{404B5AA3-DF74-4B4E-A541-8919D96DD636}" type="presParOf" srcId="{64FBEDF8-47B5-8F46-8703-EFFDDC28253E}" destId="{5B5D3D93-1E66-A849-8451-8012A0A0E845}" srcOrd="3" destOrd="0" presId="urn:microsoft.com/office/officeart/2005/8/layout/hProcess11"/>
    <dgm:cxn modelId="{95E07D11-06BE-8F4E-A375-F505E84AD199}" type="presParOf" srcId="{64FBEDF8-47B5-8F46-8703-EFFDDC28253E}" destId="{9728C2EE-14B9-214E-AEA3-2EC561D26822}" srcOrd="4" destOrd="0" presId="urn:microsoft.com/office/officeart/2005/8/layout/hProcess11"/>
    <dgm:cxn modelId="{0F9F0B22-3C04-5949-BC68-6628E9605B06}" type="presParOf" srcId="{9728C2EE-14B9-214E-AEA3-2EC561D26822}" destId="{1C85C946-AEFE-0C4B-87CC-D1EB70A3D4F3}" srcOrd="0" destOrd="0" presId="urn:microsoft.com/office/officeart/2005/8/layout/hProcess11"/>
    <dgm:cxn modelId="{01C54FC0-126A-464C-B7FD-62BEE1F49EBE}" type="presParOf" srcId="{9728C2EE-14B9-214E-AEA3-2EC561D26822}" destId="{ED01DA81-98AD-4045-BC4C-0A89CE412C95}" srcOrd="1" destOrd="0" presId="urn:microsoft.com/office/officeart/2005/8/layout/hProcess11"/>
    <dgm:cxn modelId="{256740BE-81CE-6F46-96E5-419B8FFCC5B5}" type="presParOf" srcId="{9728C2EE-14B9-214E-AEA3-2EC561D26822}" destId="{F3AC2650-8064-3943-A9C4-83B02F23C44A}" srcOrd="2" destOrd="0" presId="urn:microsoft.com/office/officeart/2005/8/layout/hProcess11"/>
    <dgm:cxn modelId="{B3BB448B-2988-E24C-925F-D45D3356E789}" type="presParOf" srcId="{64FBEDF8-47B5-8F46-8703-EFFDDC28253E}" destId="{904A22A2-7237-3440-977C-3BB032847A9A}" srcOrd="5" destOrd="0" presId="urn:microsoft.com/office/officeart/2005/8/layout/hProcess11"/>
    <dgm:cxn modelId="{25E0FE74-9257-724E-8828-A6C0979DA5DF}" type="presParOf" srcId="{64FBEDF8-47B5-8F46-8703-EFFDDC28253E}" destId="{BF11972E-3459-784B-BD9C-EA3AFA325509}" srcOrd="6" destOrd="0" presId="urn:microsoft.com/office/officeart/2005/8/layout/hProcess11"/>
    <dgm:cxn modelId="{205ADF27-429B-874C-95D1-59113552781B}" type="presParOf" srcId="{BF11972E-3459-784B-BD9C-EA3AFA325509}" destId="{03B40A78-7EB8-C441-BAAD-AF9BBCB35207}" srcOrd="0" destOrd="0" presId="urn:microsoft.com/office/officeart/2005/8/layout/hProcess11"/>
    <dgm:cxn modelId="{D2656AE1-7C24-C945-9A69-C7FA26BBEBE7}" type="presParOf" srcId="{BF11972E-3459-784B-BD9C-EA3AFA325509}" destId="{4364E00F-A4D1-6244-9ABF-01DB916EED88}" srcOrd="1" destOrd="0" presId="urn:microsoft.com/office/officeart/2005/8/layout/hProcess11"/>
    <dgm:cxn modelId="{85E9AEAC-A7DF-A84A-8139-B3D2F2458F21}" type="presParOf" srcId="{BF11972E-3459-784B-BD9C-EA3AFA325509}" destId="{CE88F16B-21C7-B947-A333-9F61ABE796D4}" srcOrd="2" destOrd="0" presId="urn:microsoft.com/office/officeart/2005/8/layout/hProcess11"/>
    <dgm:cxn modelId="{0DC3A41D-0FE2-F74A-A548-AA119A1A420B}" type="presParOf" srcId="{64FBEDF8-47B5-8F46-8703-EFFDDC28253E}" destId="{DF605007-C395-014F-A6DF-3857610BA5DB}" srcOrd="7" destOrd="0" presId="urn:microsoft.com/office/officeart/2005/8/layout/hProcess11"/>
    <dgm:cxn modelId="{C78F96F6-D1B4-864B-93ED-A8617A19F724}" type="presParOf" srcId="{64FBEDF8-47B5-8F46-8703-EFFDDC28253E}" destId="{D5D911B1-9978-784D-BE27-53F8B02835B1}" srcOrd="8" destOrd="0" presId="urn:microsoft.com/office/officeart/2005/8/layout/hProcess11"/>
    <dgm:cxn modelId="{793C9F86-DFD6-1246-A5AB-97A42A4FFCA4}" type="presParOf" srcId="{D5D911B1-9978-784D-BE27-53F8B02835B1}" destId="{E02C04CA-3536-5E4D-8B4D-22B7D8E93C92}" srcOrd="0" destOrd="0" presId="urn:microsoft.com/office/officeart/2005/8/layout/hProcess11"/>
    <dgm:cxn modelId="{C6A727F7-6B74-3843-A56D-66151F6085E4}" type="presParOf" srcId="{D5D911B1-9978-784D-BE27-53F8B02835B1}" destId="{3556052B-E53C-3845-802B-98743DD27EE1}" srcOrd="1" destOrd="0" presId="urn:microsoft.com/office/officeart/2005/8/layout/hProcess11"/>
    <dgm:cxn modelId="{44E7EB21-DEF7-7444-833F-8442DDD6356F}" type="presParOf" srcId="{D5D911B1-9978-784D-BE27-53F8B02835B1}" destId="{B753CB48-CE3B-2C46-BA13-3EFB68FC3D01}"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8E6AAA4-2C05-5548-B971-ECB66C9ADF32}" type="doc">
      <dgm:prSet loTypeId="urn:microsoft.com/office/officeart/2005/8/layout/hProcess11" loCatId="" qsTypeId="urn:microsoft.com/office/officeart/2005/8/quickstyle/simple1" qsCatId="simple" csTypeId="urn:microsoft.com/office/officeart/2005/8/colors/accent1_2" csCatId="accent1" phldr="1"/>
      <dgm:spPr/>
    </dgm:pt>
    <dgm:pt modelId="{5B121DBD-4461-914C-9078-9820EA6AD1A5}">
      <dgm:prSet phldrT="[Text]" custT="1"/>
      <dgm:spPr/>
      <dgm:t>
        <a:bodyPr/>
        <a:lstStyle/>
        <a:p>
          <a:r>
            <a:rPr lang="en-GB" sz="2000" dirty="0"/>
            <a:t>Jan 2023</a:t>
          </a:r>
        </a:p>
      </dgm:t>
    </dgm:pt>
    <dgm:pt modelId="{10FC7124-4848-A24B-A5E9-689DBCECA094}" type="parTrans" cxnId="{F06792F9-E896-3A4E-952F-5AAF648B09B1}">
      <dgm:prSet/>
      <dgm:spPr/>
      <dgm:t>
        <a:bodyPr/>
        <a:lstStyle/>
        <a:p>
          <a:endParaRPr lang="en-GB"/>
        </a:p>
      </dgm:t>
    </dgm:pt>
    <dgm:pt modelId="{C9019751-9EF3-A149-A238-3666F0242607}" type="sibTrans" cxnId="{F06792F9-E896-3A4E-952F-5AAF648B09B1}">
      <dgm:prSet/>
      <dgm:spPr/>
      <dgm:t>
        <a:bodyPr/>
        <a:lstStyle/>
        <a:p>
          <a:endParaRPr lang="en-GB"/>
        </a:p>
      </dgm:t>
    </dgm:pt>
    <dgm:pt modelId="{B9750023-F5A1-044D-B821-A8DD95D36CE3}">
      <dgm:prSet phldrT="[Tex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2024</a:t>
          </a:r>
        </a:p>
      </dgm:t>
    </dgm:pt>
    <dgm:pt modelId="{681BC8B4-C47D-304A-B6F0-572BB597AC08}" type="parTrans" cxnId="{9AB038C4-CC14-CF46-9FE1-E386E3FF2F3C}">
      <dgm:prSet/>
      <dgm:spPr/>
      <dgm:t>
        <a:bodyPr/>
        <a:lstStyle/>
        <a:p>
          <a:endParaRPr lang="en-GB"/>
        </a:p>
      </dgm:t>
    </dgm:pt>
    <dgm:pt modelId="{FD351CF0-E2C3-0348-AD76-98042D482602}" type="sibTrans" cxnId="{9AB038C4-CC14-CF46-9FE1-E386E3FF2F3C}">
      <dgm:prSet/>
      <dgm:spPr/>
      <dgm:t>
        <a:bodyPr/>
        <a:lstStyle/>
        <a:p>
          <a:endParaRPr lang="en-GB"/>
        </a:p>
      </dgm:t>
    </dgm:pt>
    <dgm:pt modelId="{4D39DEBC-8CB3-BA41-A3EA-8761FAAA89DB}">
      <dgm:prSet phldrT="[Tex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2025</a:t>
          </a:r>
        </a:p>
      </dgm:t>
    </dgm:pt>
    <dgm:pt modelId="{60AE291E-5AC1-E64D-8D8B-5D553714866A}" type="parTrans" cxnId="{56C8B775-C9F4-454E-9C5E-AFDC56E559B0}">
      <dgm:prSet/>
      <dgm:spPr/>
      <dgm:t>
        <a:bodyPr/>
        <a:lstStyle/>
        <a:p>
          <a:endParaRPr lang="en-GB"/>
        </a:p>
      </dgm:t>
    </dgm:pt>
    <dgm:pt modelId="{C282280F-987E-F542-B78F-A953F3B14F09}" type="sibTrans" cxnId="{56C8B775-C9F4-454E-9C5E-AFDC56E559B0}">
      <dgm:prSet/>
      <dgm:spPr/>
      <dgm:t>
        <a:bodyPr/>
        <a:lstStyle/>
        <a:p>
          <a:endParaRPr lang="en-GB"/>
        </a:p>
      </dgm:t>
    </dgm:pt>
    <dgm:pt modelId="{3C756650-6E77-434E-872C-5F2A628FFB43}">
      <dgm:prSet phldrT="[Tex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Oct</a:t>
          </a:r>
          <a:r>
            <a:rPr lang="en-GB" sz="4100" kern="1200" dirty="0"/>
            <a:t> </a:t>
          </a:r>
          <a:r>
            <a:rPr lang="en-GB" sz="2000" kern="1200" dirty="0">
              <a:solidFill>
                <a:prstClr val="black">
                  <a:hueOff val="0"/>
                  <a:satOff val="0"/>
                  <a:lumOff val="0"/>
                  <a:alphaOff val="0"/>
                </a:prstClr>
              </a:solidFill>
              <a:latin typeface="Aptos" panose="02110004020202020204"/>
              <a:ea typeface="+mn-ea"/>
              <a:cs typeface="+mn-cs"/>
            </a:rPr>
            <a:t>2025</a:t>
          </a:r>
        </a:p>
      </dgm:t>
    </dgm:pt>
    <dgm:pt modelId="{AE2CE518-85B0-A34A-B662-3B1CDBC5FF84}" type="parTrans" cxnId="{5DBF3579-5B0A-1B44-9111-19268B1C8CE2}">
      <dgm:prSet/>
      <dgm:spPr/>
      <dgm:t>
        <a:bodyPr/>
        <a:lstStyle/>
        <a:p>
          <a:endParaRPr lang="en-GB"/>
        </a:p>
      </dgm:t>
    </dgm:pt>
    <dgm:pt modelId="{0B49EEC2-5F0A-D045-A2B2-82C454F79991}" type="sibTrans" cxnId="{5DBF3579-5B0A-1B44-9111-19268B1C8CE2}">
      <dgm:prSet/>
      <dgm:spPr/>
      <dgm:t>
        <a:bodyPr/>
        <a:lstStyle/>
        <a:p>
          <a:endParaRPr lang="en-GB"/>
        </a:p>
      </dgm:t>
    </dgm:pt>
    <dgm:pt modelId="{0CCB3F14-CACA-DA4D-9C36-B84C8A08EB68}">
      <dgm:prSet custT="1"/>
      <dgm:spPr>
        <a:noFill/>
        <a:ln>
          <a:noFill/>
        </a:ln>
        <a:effectLst/>
      </dgm:spPr>
      <dgm:t>
        <a:bodyPr spcFirstLastPara="0" vert="horz" wrap="square" lIns="142240" tIns="142240" rIns="142240" bIns="142240" numCol="1" spcCol="1270" anchor="b" anchorCtr="0"/>
        <a:lstStyle/>
        <a:p>
          <a:r>
            <a:rPr lang="en-GB" sz="2000" kern="1200" dirty="0">
              <a:solidFill>
                <a:prstClr val="black">
                  <a:hueOff val="0"/>
                  <a:satOff val="0"/>
                  <a:lumOff val="0"/>
                  <a:alphaOff val="0"/>
                </a:prstClr>
              </a:solidFill>
              <a:latin typeface="Aptos" panose="02110004020202020204"/>
              <a:ea typeface="+mn-ea"/>
              <a:cs typeface="+mn-cs"/>
            </a:rPr>
            <a:t>March 2025</a:t>
          </a:r>
        </a:p>
      </dgm:t>
    </dgm:pt>
    <dgm:pt modelId="{35394377-B0EB-4F49-B60C-4F259EDA7F20}" type="parTrans" cxnId="{9235755E-8D3D-9E44-AD8E-390E13AEB120}">
      <dgm:prSet/>
      <dgm:spPr/>
      <dgm:t>
        <a:bodyPr/>
        <a:lstStyle/>
        <a:p>
          <a:endParaRPr lang="en-GB"/>
        </a:p>
      </dgm:t>
    </dgm:pt>
    <dgm:pt modelId="{52C31DAE-4A74-0745-850D-B709C1529FC6}" type="sibTrans" cxnId="{9235755E-8D3D-9E44-AD8E-390E13AEB120}">
      <dgm:prSet/>
      <dgm:spPr/>
      <dgm:t>
        <a:bodyPr/>
        <a:lstStyle/>
        <a:p>
          <a:endParaRPr lang="en-GB"/>
        </a:p>
      </dgm:t>
    </dgm:pt>
    <dgm:pt modelId="{4D19B1FD-7280-B147-8642-34EA87530C48}" type="pres">
      <dgm:prSet presAssocID="{08E6AAA4-2C05-5548-B971-ECB66C9ADF32}" presName="Name0" presStyleCnt="0">
        <dgm:presLayoutVars>
          <dgm:dir/>
          <dgm:resizeHandles val="exact"/>
        </dgm:presLayoutVars>
      </dgm:prSet>
      <dgm:spPr/>
    </dgm:pt>
    <dgm:pt modelId="{85925A14-BF52-3C49-BF53-C3E9ED6284B0}" type="pres">
      <dgm:prSet presAssocID="{08E6AAA4-2C05-5548-B971-ECB66C9ADF32}" presName="arrow" presStyleLbl="bgShp" presStyleIdx="0" presStyleCnt="1" custScaleY="17819"/>
      <dgm:spPr/>
    </dgm:pt>
    <dgm:pt modelId="{64FBEDF8-47B5-8F46-8703-EFFDDC28253E}" type="pres">
      <dgm:prSet presAssocID="{08E6AAA4-2C05-5548-B971-ECB66C9ADF32}" presName="points" presStyleCnt="0"/>
      <dgm:spPr/>
    </dgm:pt>
    <dgm:pt modelId="{EFFF622A-6F7C-4F43-A003-3ECE567AF0B2}" type="pres">
      <dgm:prSet presAssocID="{5B121DBD-4461-914C-9078-9820EA6AD1A5}" presName="compositeA" presStyleCnt="0"/>
      <dgm:spPr/>
    </dgm:pt>
    <dgm:pt modelId="{D966A0DA-4FD5-F340-AB4C-76CB16A626C8}" type="pres">
      <dgm:prSet presAssocID="{5B121DBD-4461-914C-9078-9820EA6AD1A5}" presName="textA" presStyleLbl="revTx" presStyleIdx="0" presStyleCnt="5" custLinFactNeighborX="-229" custLinFactNeighborY="71855">
        <dgm:presLayoutVars>
          <dgm:bulletEnabled val="1"/>
        </dgm:presLayoutVars>
      </dgm:prSet>
      <dgm:spPr/>
    </dgm:pt>
    <dgm:pt modelId="{8F918ABC-2865-CF4F-A08B-7FA74E10E349}" type="pres">
      <dgm:prSet presAssocID="{5B121DBD-4461-914C-9078-9820EA6AD1A5}" presName="circleA" presStyleLbl="node1" presStyleIdx="0" presStyleCnt="5"/>
      <dgm:spPr>
        <a:solidFill>
          <a:schemeClr val="accent6"/>
        </a:solidFill>
      </dgm:spPr>
    </dgm:pt>
    <dgm:pt modelId="{338EF0F6-538C-BA41-911F-1BFCF57BD042}" type="pres">
      <dgm:prSet presAssocID="{5B121DBD-4461-914C-9078-9820EA6AD1A5}" presName="spaceA" presStyleCnt="0"/>
      <dgm:spPr/>
    </dgm:pt>
    <dgm:pt modelId="{F311C1CC-4663-1B45-B775-A27C14328245}" type="pres">
      <dgm:prSet presAssocID="{C9019751-9EF3-A149-A238-3666F0242607}" presName="space" presStyleCnt="0"/>
      <dgm:spPr/>
    </dgm:pt>
    <dgm:pt modelId="{CCAC03A5-AB71-094C-A43E-55344CE6E32A}" type="pres">
      <dgm:prSet presAssocID="{B9750023-F5A1-044D-B821-A8DD95D36CE3}" presName="compositeB" presStyleCnt="0"/>
      <dgm:spPr/>
    </dgm:pt>
    <dgm:pt modelId="{E15BAC7D-1BA1-0945-8D9A-C90DFE2FD2D6}" type="pres">
      <dgm:prSet presAssocID="{B9750023-F5A1-044D-B821-A8DD95D36CE3}" presName="textB" presStyleLbl="revTx" presStyleIdx="1" presStyleCnt="5" custLinFactNeighborX="42143" custLinFactNeighborY="-77258">
        <dgm:presLayoutVars>
          <dgm:bulletEnabled val="1"/>
        </dgm:presLayoutVars>
      </dgm:prSet>
      <dgm:spPr/>
    </dgm:pt>
    <dgm:pt modelId="{ADD6E6C5-AABF-E044-8B07-71B08CF16C14}" type="pres">
      <dgm:prSet presAssocID="{B9750023-F5A1-044D-B821-A8DD95D36CE3}" presName="circleB" presStyleLbl="node1" presStyleIdx="1" presStyleCnt="5" custLinFactX="100000" custLinFactNeighborX="103962" custLinFactNeighborY="3090"/>
      <dgm:spPr>
        <a:solidFill>
          <a:schemeClr val="accent6"/>
        </a:solidFill>
      </dgm:spPr>
    </dgm:pt>
    <dgm:pt modelId="{B519658C-70CC-0841-9FA4-CD547D648908}" type="pres">
      <dgm:prSet presAssocID="{B9750023-F5A1-044D-B821-A8DD95D36CE3}" presName="spaceB" presStyleCnt="0"/>
      <dgm:spPr/>
    </dgm:pt>
    <dgm:pt modelId="{5B5D3D93-1E66-A849-8451-8012A0A0E845}" type="pres">
      <dgm:prSet presAssocID="{FD351CF0-E2C3-0348-AD76-98042D482602}" presName="space" presStyleCnt="0"/>
      <dgm:spPr/>
    </dgm:pt>
    <dgm:pt modelId="{9728C2EE-14B9-214E-AEA3-2EC561D26822}" type="pres">
      <dgm:prSet presAssocID="{4D39DEBC-8CB3-BA41-A3EA-8761FAAA89DB}" presName="compositeA" presStyleCnt="0"/>
      <dgm:spPr/>
    </dgm:pt>
    <dgm:pt modelId="{1C85C946-AEFE-0C4B-87CC-D1EB70A3D4F3}" type="pres">
      <dgm:prSet presAssocID="{4D39DEBC-8CB3-BA41-A3EA-8761FAAA89DB}" presName="textA" presStyleLbl="revTx" presStyleIdx="2" presStyleCnt="5" custLinFactNeighborX="69380" custLinFactNeighborY="21641">
        <dgm:presLayoutVars>
          <dgm:bulletEnabled val="1"/>
        </dgm:presLayoutVars>
      </dgm:prSet>
      <dgm:spPr>
        <a:xfrm>
          <a:off x="3822815" y="0"/>
          <a:ext cx="1818408" cy="1740535"/>
        </a:xfrm>
        <a:prstGeom prst="rect">
          <a:avLst/>
        </a:prstGeom>
      </dgm:spPr>
    </dgm:pt>
    <dgm:pt modelId="{ED01DA81-98AD-4045-BC4C-0A89CE412C95}" type="pres">
      <dgm:prSet presAssocID="{4D39DEBC-8CB3-BA41-A3EA-8761FAAA89DB}" presName="circleA" presStyleLbl="node1" presStyleIdx="2" presStyleCnt="5" custLinFactX="130665" custLinFactNeighborX="200000"/>
      <dgm:spPr>
        <a:xfrm>
          <a:off x="4514453" y="1958102"/>
          <a:ext cx="435133" cy="435133"/>
        </a:xfrm>
        <a:prstGeom prst="ellipse">
          <a:avLst/>
        </a:prstGeom>
        <a:solidFill>
          <a:srgbClr val="4EA72E"/>
        </a:solidFill>
        <a:ln w="19050" cap="flat" cmpd="sng" algn="ctr">
          <a:solidFill>
            <a:prstClr val="white">
              <a:hueOff val="0"/>
              <a:satOff val="0"/>
              <a:lumOff val="0"/>
              <a:alphaOff val="0"/>
            </a:prstClr>
          </a:solidFill>
          <a:prstDash val="solid"/>
          <a:miter lim="800000"/>
        </a:ln>
        <a:effectLst/>
      </dgm:spPr>
    </dgm:pt>
    <dgm:pt modelId="{F3AC2650-8064-3943-A9C4-83B02F23C44A}" type="pres">
      <dgm:prSet presAssocID="{4D39DEBC-8CB3-BA41-A3EA-8761FAAA89DB}" presName="spaceA" presStyleCnt="0"/>
      <dgm:spPr/>
    </dgm:pt>
    <dgm:pt modelId="{904A22A2-7237-3440-977C-3BB032847A9A}" type="pres">
      <dgm:prSet presAssocID="{C282280F-987E-F542-B78F-A953F3B14F09}" presName="space" presStyleCnt="0"/>
      <dgm:spPr/>
    </dgm:pt>
    <dgm:pt modelId="{BF11972E-3459-784B-BD9C-EA3AFA325509}" type="pres">
      <dgm:prSet presAssocID="{0CCB3F14-CACA-DA4D-9C36-B84C8A08EB68}" presName="compositeB" presStyleCnt="0"/>
      <dgm:spPr/>
    </dgm:pt>
    <dgm:pt modelId="{03B40A78-7EB8-C441-BAAD-AF9BBCB35207}" type="pres">
      <dgm:prSet presAssocID="{0CCB3F14-CACA-DA4D-9C36-B84C8A08EB68}" presName="textB" presStyleLbl="revTx" presStyleIdx="3" presStyleCnt="5" custLinFactNeighborX="18641" custLinFactNeighborY="-77270">
        <dgm:presLayoutVars>
          <dgm:bulletEnabled val="1"/>
        </dgm:presLayoutVars>
      </dgm:prSet>
      <dgm:spPr>
        <a:xfrm>
          <a:off x="5732144" y="2610802"/>
          <a:ext cx="1818408" cy="1740535"/>
        </a:xfrm>
        <a:prstGeom prst="rect">
          <a:avLst/>
        </a:prstGeom>
      </dgm:spPr>
    </dgm:pt>
    <dgm:pt modelId="{4364E00F-A4D1-6244-9ABF-01DB916EED88}" type="pres">
      <dgm:prSet presAssocID="{0CCB3F14-CACA-DA4D-9C36-B84C8A08EB68}" presName="circleB" presStyleLbl="node1" presStyleIdx="3" presStyleCnt="5" custLinFactNeighborX="50345" custLinFactNeighborY="3091"/>
      <dgm:spPr>
        <a:xfrm>
          <a:off x="5257801" y="1958102"/>
          <a:ext cx="435133" cy="435133"/>
        </a:xfrm>
        <a:prstGeom prst="ellipse">
          <a:avLst/>
        </a:prstGeom>
        <a:solidFill>
          <a:srgbClr val="FFC000"/>
        </a:solidFill>
        <a:ln w="19050" cap="flat" cmpd="sng" algn="ctr">
          <a:solidFill>
            <a:prstClr val="white">
              <a:hueOff val="0"/>
              <a:satOff val="0"/>
              <a:lumOff val="0"/>
              <a:alphaOff val="0"/>
            </a:prstClr>
          </a:solidFill>
          <a:prstDash val="solid"/>
          <a:miter lim="800000"/>
        </a:ln>
        <a:effectLst/>
      </dgm:spPr>
    </dgm:pt>
    <dgm:pt modelId="{CE88F16B-21C7-B947-A333-9F61ABE796D4}" type="pres">
      <dgm:prSet presAssocID="{0CCB3F14-CACA-DA4D-9C36-B84C8A08EB68}" presName="spaceB" presStyleCnt="0"/>
      <dgm:spPr/>
    </dgm:pt>
    <dgm:pt modelId="{DF605007-C395-014F-A6DF-3857610BA5DB}" type="pres">
      <dgm:prSet presAssocID="{52C31DAE-4A74-0745-850D-B709C1529FC6}" presName="space" presStyleCnt="0"/>
      <dgm:spPr/>
    </dgm:pt>
    <dgm:pt modelId="{D5D911B1-9978-784D-BE27-53F8B02835B1}" type="pres">
      <dgm:prSet presAssocID="{3C756650-6E77-434E-872C-5F2A628FFB43}" presName="compositeA" presStyleCnt="0"/>
      <dgm:spPr/>
    </dgm:pt>
    <dgm:pt modelId="{E02C04CA-3536-5E4D-8B4D-22B7D8E93C92}" type="pres">
      <dgm:prSet presAssocID="{3C756650-6E77-434E-872C-5F2A628FFB43}" presName="textA" presStyleLbl="revTx" presStyleIdx="4" presStyleCnt="5" custLinFactNeighborX="11099" custLinFactNeighborY="69932">
        <dgm:presLayoutVars>
          <dgm:bulletEnabled val="1"/>
        </dgm:presLayoutVars>
      </dgm:prSet>
      <dgm:spPr>
        <a:xfrm>
          <a:off x="7641472" y="0"/>
          <a:ext cx="1818408" cy="1740535"/>
        </a:xfrm>
        <a:prstGeom prst="rect">
          <a:avLst/>
        </a:prstGeom>
      </dgm:spPr>
    </dgm:pt>
    <dgm:pt modelId="{3556052B-E53C-3845-802B-98743DD27EE1}" type="pres">
      <dgm:prSet presAssocID="{3C756650-6E77-434E-872C-5F2A628FFB43}" presName="circleA" presStyleLbl="node1" presStyleIdx="4" presStyleCnt="5" custLinFactNeighborX="-30900"/>
      <dgm:spPr>
        <a:solidFill>
          <a:srgbClr val="C00000"/>
        </a:solidFill>
      </dgm:spPr>
    </dgm:pt>
    <dgm:pt modelId="{B753CB48-CE3B-2C46-BA13-3EFB68FC3D01}" type="pres">
      <dgm:prSet presAssocID="{3C756650-6E77-434E-872C-5F2A628FFB43}" presName="spaceA" presStyleCnt="0"/>
      <dgm:spPr/>
    </dgm:pt>
  </dgm:ptLst>
  <dgm:cxnLst>
    <dgm:cxn modelId="{A2319809-4178-D04E-9EE2-A804E187E748}" type="presOf" srcId="{08E6AAA4-2C05-5548-B971-ECB66C9ADF32}" destId="{4D19B1FD-7280-B147-8642-34EA87530C48}" srcOrd="0" destOrd="0" presId="urn:microsoft.com/office/officeart/2005/8/layout/hProcess11"/>
    <dgm:cxn modelId="{7EF9A551-9816-7343-9308-24B4FB4451E3}" type="presOf" srcId="{4D39DEBC-8CB3-BA41-A3EA-8761FAAA89DB}" destId="{1C85C946-AEFE-0C4B-87CC-D1EB70A3D4F3}" srcOrd="0" destOrd="0" presId="urn:microsoft.com/office/officeart/2005/8/layout/hProcess11"/>
    <dgm:cxn modelId="{9235755E-8D3D-9E44-AD8E-390E13AEB120}" srcId="{08E6AAA4-2C05-5548-B971-ECB66C9ADF32}" destId="{0CCB3F14-CACA-DA4D-9C36-B84C8A08EB68}" srcOrd="3" destOrd="0" parTransId="{35394377-B0EB-4F49-B60C-4F259EDA7F20}" sibTransId="{52C31DAE-4A74-0745-850D-B709C1529FC6}"/>
    <dgm:cxn modelId="{5E6EBD5F-968C-A848-884D-5D573992EDC3}" type="presOf" srcId="{B9750023-F5A1-044D-B821-A8DD95D36CE3}" destId="{E15BAC7D-1BA1-0945-8D9A-C90DFE2FD2D6}" srcOrd="0" destOrd="0" presId="urn:microsoft.com/office/officeart/2005/8/layout/hProcess11"/>
    <dgm:cxn modelId="{56C8B775-C9F4-454E-9C5E-AFDC56E559B0}" srcId="{08E6AAA4-2C05-5548-B971-ECB66C9ADF32}" destId="{4D39DEBC-8CB3-BA41-A3EA-8761FAAA89DB}" srcOrd="2" destOrd="0" parTransId="{60AE291E-5AC1-E64D-8D8B-5D553714866A}" sibTransId="{C282280F-987E-F542-B78F-A953F3B14F09}"/>
    <dgm:cxn modelId="{5DBF3579-5B0A-1B44-9111-19268B1C8CE2}" srcId="{08E6AAA4-2C05-5548-B971-ECB66C9ADF32}" destId="{3C756650-6E77-434E-872C-5F2A628FFB43}" srcOrd="4" destOrd="0" parTransId="{AE2CE518-85B0-A34A-B662-3B1CDBC5FF84}" sibTransId="{0B49EEC2-5F0A-D045-A2B2-82C454F79991}"/>
    <dgm:cxn modelId="{7C98ACAD-29A1-CF40-913D-C6FFDF52BE65}" type="presOf" srcId="{3C756650-6E77-434E-872C-5F2A628FFB43}" destId="{E02C04CA-3536-5E4D-8B4D-22B7D8E93C92}" srcOrd="0" destOrd="0" presId="urn:microsoft.com/office/officeart/2005/8/layout/hProcess11"/>
    <dgm:cxn modelId="{5D8896B1-96D8-A54D-A2FE-D7199326D952}" type="presOf" srcId="{0CCB3F14-CACA-DA4D-9C36-B84C8A08EB68}" destId="{03B40A78-7EB8-C441-BAAD-AF9BBCB35207}" srcOrd="0" destOrd="0" presId="urn:microsoft.com/office/officeart/2005/8/layout/hProcess11"/>
    <dgm:cxn modelId="{9AB038C4-CC14-CF46-9FE1-E386E3FF2F3C}" srcId="{08E6AAA4-2C05-5548-B971-ECB66C9ADF32}" destId="{B9750023-F5A1-044D-B821-A8DD95D36CE3}" srcOrd="1" destOrd="0" parTransId="{681BC8B4-C47D-304A-B6F0-572BB597AC08}" sibTransId="{FD351CF0-E2C3-0348-AD76-98042D482602}"/>
    <dgm:cxn modelId="{616010E1-66E7-7348-93FB-8B16951055A8}" type="presOf" srcId="{5B121DBD-4461-914C-9078-9820EA6AD1A5}" destId="{D966A0DA-4FD5-F340-AB4C-76CB16A626C8}" srcOrd="0" destOrd="0" presId="urn:microsoft.com/office/officeart/2005/8/layout/hProcess11"/>
    <dgm:cxn modelId="{F06792F9-E896-3A4E-952F-5AAF648B09B1}" srcId="{08E6AAA4-2C05-5548-B971-ECB66C9ADF32}" destId="{5B121DBD-4461-914C-9078-9820EA6AD1A5}" srcOrd="0" destOrd="0" parTransId="{10FC7124-4848-A24B-A5E9-689DBCECA094}" sibTransId="{C9019751-9EF3-A149-A238-3666F0242607}"/>
    <dgm:cxn modelId="{0B0953F0-D84C-634C-95C5-4BE2D8E78317}" type="presParOf" srcId="{4D19B1FD-7280-B147-8642-34EA87530C48}" destId="{85925A14-BF52-3C49-BF53-C3E9ED6284B0}" srcOrd="0" destOrd="0" presId="urn:microsoft.com/office/officeart/2005/8/layout/hProcess11"/>
    <dgm:cxn modelId="{FB80C8AC-127F-6F48-ACCD-7030440926B1}" type="presParOf" srcId="{4D19B1FD-7280-B147-8642-34EA87530C48}" destId="{64FBEDF8-47B5-8F46-8703-EFFDDC28253E}" srcOrd="1" destOrd="0" presId="urn:microsoft.com/office/officeart/2005/8/layout/hProcess11"/>
    <dgm:cxn modelId="{B1EF1CD5-710F-514A-B587-EB269F767D3D}" type="presParOf" srcId="{64FBEDF8-47B5-8F46-8703-EFFDDC28253E}" destId="{EFFF622A-6F7C-4F43-A003-3ECE567AF0B2}" srcOrd="0" destOrd="0" presId="urn:microsoft.com/office/officeart/2005/8/layout/hProcess11"/>
    <dgm:cxn modelId="{7313DDFF-DEA0-784E-8B41-DE341C2708DA}" type="presParOf" srcId="{EFFF622A-6F7C-4F43-A003-3ECE567AF0B2}" destId="{D966A0DA-4FD5-F340-AB4C-76CB16A626C8}" srcOrd="0" destOrd="0" presId="urn:microsoft.com/office/officeart/2005/8/layout/hProcess11"/>
    <dgm:cxn modelId="{86AAEFC1-BC95-F34D-95CD-D4E01EFCA65F}" type="presParOf" srcId="{EFFF622A-6F7C-4F43-A003-3ECE567AF0B2}" destId="{8F918ABC-2865-CF4F-A08B-7FA74E10E349}" srcOrd="1" destOrd="0" presId="urn:microsoft.com/office/officeart/2005/8/layout/hProcess11"/>
    <dgm:cxn modelId="{60524F48-8EAA-0E41-AC87-6EE99650604E}" type="presParOf" srcId="{EFFF622A-6F7C-4F43-A003-3ECE567AF0B2}" destId="{338EF0F6-538C-BA41-911F-1BFCF57BD042}" srcOrd="2" destOrd="0" presId="urn:microsoft.com/office/officeart/2005/8/layout/hProcess11"/>
    <dgm:cxn modelId="{FD499475-5CF2-A942-BE8B-B57BD04D7CBF}" type="presParOf" srcId="{64FBEDF8-47B5-8F46-8703-EFFDDC28253E}" destId="{F311C1CC-4663-1B45-B775-A27C14328245}" srcOrd="1" destOrd="0" presId="urn:microsoft.com/office/officeart/2005/8/layout/hProcess11"/>
    <dgm:cxn modelId="{74A92616-8BC6-C44B-9793-FE059A0F5D1E}" type="presParOf" srcId="{64FBEDF8-47B5-8F46-8703-EFFDDC28253E}" destId="{CCAC03A5-AB71-094C-A43E-55344CE6E32A}" srcOrd="2" destOrd="0" presId="urn:microsoft.com/office/officeart/2005/8/layout/hProcess11"/>
    <dgm:cxn modelId="{4EA9FE68-D09B-D542-9222-9F9ED74E0499}" type="presParOf" srcId="{CCAC03A5-AB71-094C-A43E-55344CE6E32A}" destId="{E15BAC7D-1BA1-0945-8D9A-C90DFE2FD2D6}" srcOrd="0" destOrd="0" presId="urn:microsoft.com/office/officeart/2005/8/layout/hProcess11"/>
    <dgm:cxn modelId="{F27111B5-02C7-9643-95DD-AC895786A551}" type="presParOf" srcId="{CCAC03A5-AB71-094C-A43E-55344CE6E32A}" destId="{ADD6E6C5-AABF-E044-8B07-71B08CF16C14}" srcOrd="1" destOrd="0" presId="urn:microsoft.com/office/officeart/2005/8/layout/hProcess11"/>
    <dgm:cxn modelId="{B9481592-92B0-BF49-9E8C-8468E09035D1}" type="presParOf" srcId="{CCAC03A5-AB71-094C-A43E-55344CE6E32A}" destId="{B519658C-70CC-0841-9FA4-CD547D648908}" srcOrd="2" destOrd="0" presId="urn:microsoft.com/office/officeart/2005/8/layout/hProcess11"/>
    <dgm:cxn modelId="{FDD321CB-44A5-1643-9403-5303CAC7B613}" type="presParOf" srcId="{64FBEDF8-47B5-8F46-8703-EFFDDC28253E}" destId="{5B5D3D93-1E66-A849-8451-8012A0A0E845}" srcOrd="3" destOrd="0" presId="urn:microsoft.com/office/officeart/2005/8/layout/hProcess11"/>
    <dgm:cxn modelId="{42C9DD27-F466-4F4B-B713-5D31091D7421}" type="presParOf" srcId="{64FBEDF8-47B5-8F46-8703-EFFDDC28253E}" destId="{9728C2EE-14B9-214E-AEA3-2EC561D26822}" srcOrd="4" destOrd="0" presId="urn:microsoft.com/office/officeart/2005/8/layout/hProcess11"/>
    <dgm:cxn modelId="{555A08E5-6CB4-994C-9B33-0F44FCF64561}" type="presParOf" srcId="{9728C2EE-14B9-214E-AEA3-2EC561D26822}" destId="{1C85C946-AEFE-0C4B-87CC-D1EB70A3D4F3}" srcOrd="0" destOrd="0" presId="urn:microsoft.com/office/officeart/2005/8/layout/hProcess11"/>
    <dgm:cxn modelId="{93675B2C-55E3-1A4C-A8BE-366EABAC0832}" type="presParOf" srcId="{9728C2EE-14B9-214E-AEA3-2EC561D26822}" destId="{ED01DA81-98AD-4045-BC4C-0A89CE412C95}" srcOrd="1" destOrd="0" presId="urn:microsoft.com/office/officeart/2005/8/layout/hProcess11"/>
    <dgm:cxn modelId="{7194BA2A-D724-3747-9A6C-1ED5A46927E0}" type="presParOf" srcId="{9728C2EE-14B9-214E-AEA3-2EC561D26822}" destId="{F3AC2650-8064-3943-A9C4-83B02F23C44A}" srcOrd="2" destOrd="0" presId="urn:microsoft.com/office/officeart/2005/8/layout/hProcess11"/>
    <dgm:cxn modelId="{4B6AEF4B-C23B-204A-97D2-936F45E4F206}" type="presParOf" srcId="{64FBEDF8-47B5-8F46-8703-EFFDDC28253E}" destId="{904A22A2-7237-3440-977C-3BB032847A9A}" srcOrd="5" destOrd="0" presId="urn:microsoft.com/office/officeart/2005/8/layout/hProcess11"/>
    <dgm:cxn modelId="{01F04668-6AA1-3E4F-8538-5EC785D94997}" type="presParOf" srcId="{64FBEDF8-47B5-8F46-8703-EFFDDC28253E}" destId="{BF11972E-3459-784B-BD9C-EA3AFA325509}" srcOrd="6" destOrd="0" presId="urn:microsoft.com/office/officeart/2005/8/layout/hProcess11"/>
    <dgm:cxn modelId="{C4F29304-39D7-4B46-85B2-D8403B27871E}" type="presParOf" srcId="{BF11972E-3459-784B-BD9C-EA3AFA325509}" destId="{03B40A78-7EB8-C441-BAAD-AF9BBCB35207}" srcOrd="0" destOrd="0" presId="urn:microsoft.com/office/officeart/2005/8/layout/hProcess11"/>
    <dgm:cxn modelId="{A04FAD68-4949-7E47-A504-AA64F283FFC7}" type="presParOf" srcId="{BF11972E-3459-784B-BD9C-EA3AFA325509}" destId="{4364E00F-A4D1-6244-9ABF-01DB916EED88}" srcOrd="1" destOrd="0" presId="urn:microsoft.com/office/officeart/2005/8/layout/hProcess11"/>
    <dgm:cxn modelId="{31AC6486-640E-0B45-87D4-D2BA2FC03467}" type="presParOf" srcId="{BF11972E-3459-784B-BD9C-EA3AFA325509}" destId="{CE88F16B-21C7-B947-A333-9F61ABE796D4}" srcOrd="2" destOrd="0" presId="urn:microsoft.com/office/officeart/2005/8/layout/hProcess11"/>
    <dgm:cxn modelId="{D1E4C565-0341-4E48-97C2-EC1D907268D0}" type="presParOf" srcId="{64FBEDF8-47B5-8F46-8703-EFFDDC28253E}" destId="{DF605007-C395-014F-A6DF-3857610BA5DB}" srcOrd="7" destOrd="0" presId="urn:microsoft.com/office/officeart/2005/8/layout/hProcess11"/>
    <dgm:cxn modelId="{41F24437-1B07-5149-BB87-99DBFD0DD580}" type="presParOf" srcId="{64FBEDF8-47B5-8F46-8703-EFFDDC28253E}" destId="{D5D911B1-9978-784D-BE27-53F8B02835B1}" srcOrd="8" destOrd="0" presId="urn:microsoft.com/office/officeart/2005/8/layout/hProcess11"/>
    <dgm:cxn modelId="{CD96794B-719A-A145-A21F-52C2E7E2796A}" type="presParOf" srcId="{D5D911B1-9978-784D-BE27-53F8B02835B1}" destId="{E02C04CA-3536-5E4D-8B4D-22B7D8E93C92}" srcOrd="0" destOrd="0" presId="urn:microsoft.com/office/officeart/2005/8/layout/hProcess11"/>
    <dgm:cxn modelId="{3FDB678E-37C6-0B4A-875F-F76F5FCD07B0}" type="presParOf" srcId="{D5D911B1-9978-784D-BE27-53F8B02835B1}" destId="{3556052B-E53C-3845-802B-98743DD27EE1}" srcOrd="1" destOrd="0" presId="urn:microsoft.com/office/officeart/2005/8/layout/hProcess11"/>
    <dgm:cxn modelId="{C9D0A851-EDD3-4B48-AEA5-7FCD7FC091B9}" type="presParOf" srcId="{D5D911B1-9978-784D-BE27-53F8B02835B1}" destId="{B753CB48-CE3B-2C46-BA13-3EFB68FC3D01}"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A1034C-2001-4665-B29D-5CA58163F8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9C678-CBB5-45AB-95CD-110E470830BF}">
      <dgm:prSet custT="1"/>
      <dgm:spPr/>
      <dgm:t>
        <a:bodyPr/>
        <a:lstStyle/>
        <a:p>
          <a:pPr>
            <a:lnSpc>
              <a:spcPct val="100000"/>
            </a:lnSpc>
          </a:pPr>
          <a:r>
            <a:rPr lang="en-US" sz="2400" dirty="0">
              <a:solidFill>
                <a:srgbClr val="C00000"/>
              </a:solidFill>
            </a:rPr>
            <a:t>Brief on Challenge – as I understood it</a:t>
          </a:r>
        </a:p>
      </dgm:t>
    </dgm:pt>
    <dgm:pt modelId="{DDE2F24E-063D-4647-B427-7A7955852FA9}" type="parTrans" cxnId="{0F63E407-777B-4F02-8088-B49560882A5A}">
      <dgm:prSet/>
      <dgm:spPr/>
      <dgm:t>
        <a:bodyPr/>
        <a:lstStyle/>
        <a:p>
          <a:endParaRPr lang="en-US" sz="2400"/>
        </a:p>
      </dgm:t>
    </dgm:pt>
    <dgm:pt modelId="{F5C0B7E2-99EE-452A-BD4B-DDB9E311503A}" type="sibTrans" cxnId="{0F63E407-777B-4F02-8088-B49560882A5A}">
      <dgm:prSet/>
      <dgm:spPr/>
      <dgm:t>
        <a:bodyPr/>
        <a:lstStyle/>
        <a:p>
          <a:endParaRPr lang="en-US" sz="2400"/>
        </a:p>
      </dgm:t>
    </dgm:pt>
    <dgm:pt modelId="{C45CE3BF-B473-407D-AFF5-F082B06A14B6}">
      <dgm:prSet custT="1"/>
      <dgm:spPr/>
      <dgm:t>
        <a:bodyPr/>
        <a:lstStyle/>
        <a:p>
          <a:pPr>
            <a:lnSpc>
              <a:spcPct val="100000"/>
            </a:lnSpc>
          </a:pPr>
          <a:r>
            <a:rPr lang="en-US" sz="2400" dirty="0">
              <a:solidFill>
                <a:srgbClr val="C00000"/>
              </a:solidFill>
            </a:rPr>
            <a:t>Data preparation</a:t>
          </a:r>
        </a:p>
      </dgm:t>
    </dgm:pt>
    <dgm:pt modelId="{9C9426A9-73BA-4C88-BF42-E556B83120DB}" type="parTrans" cxnId="{84F64527-A4F3-4D65-918E-F4E3F9E22365}">
      <dgm:prSet/>
      <dgm:spPr/>
      <dgm:t>
        <a:bodyPr/>
        <a:lstStyle/>
        <a:p>
          <a:endParaRPr lang="en-US" sz="2400"/>
        </a:p>
      </dgm:t>
    </dgm:pt>
    <dgm:pt modelId="{BAB4630B-6268-4834-8E8F-A66B0B5BFE17}" type="sibTrans" cxnId="{84F64527-A4F3-4D65-918E-F4E3F9E22365}">
      <dgm:prSet/>
      <dgm:spPr/>
      <dgm:t>
        <a:bodyPr/>
        <a:lstStyle/>
        <a:p>
          <a:endParaRPr lang="en-US" sz="2400"/>
        </a:p>
      </dgm:t>
    </dgm:pt>
    <dgm:pt modelId="{7A243FBC-AD35-4107-8F74-721929757526}">
      <dgm:prSet custT="1"/>
      <dgm:spPr/>
      <dgm:t>
        <a:bodyPr/>
        <a:lstStyle/>
        <a:p>
          <a:pPr>
            <a:lnSpc>
              <a:spcPct val="100000"/>
            </a:lnSpc>
          </a:pPr>
          <a:r>
            <a:rPr lang="en-US" sz="2400" dirty="0"/>
            <a:t>Feature engineering</a:t>
          </a:r>
        </a:p>
      </dgm:t>
    </dgm:pt>
    <dgm:pt modelId="{ED357439-67AB-4FA6-B9B6-253AAAFBAB25}" type="parTrans" cxnId="{2697FA85-CF56-44C1-B3FC-89CBF043C508}">
      <dgm:prSet/>
      <dgm:spPr/>
      <dgm:t>
        <a:bodyPr/>
        <a:lstStyle/>
        <a:p>
          <a:endParaRPr lang="en-US" sz="2400"/>
        </a:p>
      </dgm:t>
    </dgm:pt>
    <dgm:pt modelId="{7B838A1F-BA75-47B9-B84A-5BFAC91FDCA7}" type="sibTrans" cxnId="{2697FA85-CF56-44C1-B3FC-89CBF043C508}">
      <dgm:prSet/>
      <dgm:spPr/>
      <dgm:t>
        <a:bodyPr/>
        <a:lstStyle/>
        <a:p>
          <a:endParaRPr lang="en-US" sz="2400"/>
        </a:p>
      </dgm:t>
    </dgm:pt>
    <dgm:pt modelId="{9D73EE02-3B93-40C2-AA0A-C06133759355}">
      <dgm:prSet custT="1"/>
      <dgm:spPr/>
      <dgm:t>
        <a:bodyPr/>
        <a:lstStyle/>
        <a:p>
          <a:pPr>
            <a:lnSpc>
              <a:spcPct val="100000"/>
            </a:lnSpc>
          </a:pPr>
          <a:r>
            <a:rPr lang="en-US" sz="2400"/>
            <a:t>Modelling methodology</a:t>
          </a:r>
        </a:p>
      </dgm:t>
    </dgm:pt>
    <dgm:pt modelId="{87E45BDB-E060-4843-AA99-1B2E72718CB7}" type="parTrans" cxnId="{73B83930-4CFA-4B5A-A9F2-D67349BDB8D7}">
      <dgm:prSet/>
      <dgm:spPr/>
      <dgm:t>
        <a:bodyPr/>
        <a:lstStyle/>
        <a:p>
          <a:endParaRPr lang="en-US" sz="2400"/>
        </a:p>
      </dgm:t>
    </dgm:pt>
    <dgm:pt modelId="{ABAA8484-A4F9-49B5-864C-ACD0FEB180C1}" type="sibTrans" cxnId="{73B83930-4CFA-4B5A-A9F2-D67349BDB8D7}">
      <dgm:prSet/>
      <dgm:spPr/>
      <dgm:t>
        <a:bodyPr/>
        <a:lstStyle/>
        <a:p>
          <a:endParaRPr lang="en-US" sz="2400"/>
        </a:p>
      </dgm:t>
    </dgm:pt>
    <dgm:pt modelId="{6BC24B2D-32EE-44E9-87AC-35FC7F935E57}">
      <dgm:prSet custT="1"/>
      <dgm:spPr/>
      <dgm:t>
        <a:bodyPr/>
        <a:lstStyle/>
        <a:p>
          <a:pPr>
            <a:lnSpc>
              <a:spcPct val="100000"/>
            </a:lnSpc>
          </a:pPr>
          <a:r>
            <a:rPr lang="en-US" sz="2400"/>
            <a:t>Ensemble strategy</a:t>
          </a:r>
        </a:p>
      </dgm:t>
    </dgm:pt>
    <dgm:pt modelId="{97321508-BD69-4544-8049-0953255E9B67}" type="parTrans" cxnId="{E4AE2D6B-E53A-471F-A690-75A038ED7319}">
      <dgm:prSet/>
      <dgm:spPr/>
      <dgm:t>
        <a:bodyPr/>
        <a:lstStyle/>
        <a:p>
          <a:endParaRPr lang="en-US" sz="2400"/>
        </a:p>
      </dgm:t>
    </dgm:pt>
    <dgm:pt modelId="{6CFA3524-272A-4919-80DC-E987AA601C3F}" type="sibTrans" cxnId="{E4AE2D6B-E53A-471F-A690-75A038ED7319}">
      <dgm:prSet/>
      <dgm:spPr/>
      <dgm:t>
        <a:bodyPr/>
        <a:lstStyle/>
        <a:p>
          <a:endParaRPr lang="en-US" sz="2400"/>
        </a:p>
      </dgm:t>
    </dgm:pt>
    <dgm:pt modelId="{C0EF8339-9344-4A99-B1E4-5FD2FF990951}">
      <dgm:prSet custT="1"/>
      <dgm:spPr/>
      <dgm:t>
        <a:bodyPr/>
        <a:lstStyle/>
        <a:p>
          <a:pPr>
            <a:lnSpc>
              <a:spcPct val="100000"/>
            </a:lnSpc>
          </a:pPr>
          <a:r>
            <a:rPr lang="en-US" sz="2400"/>
            <a:t>Conclusion</a:t>
          </a:r>
        </a:p>
      </dgm:t>
    </dgm:pt>
    <dgm:pt modelId="{C7795428-5E1D-43ED-ACE6-D3CE7B7C77F6}" type="parTrans" cxnId="{A1D28EF0-7F0E-4812-A42C-2D388AEC231D}">
      <dgm:prSet/>
      <dgm:spPr/>
      <dgm:t>
        <a:bodyPr/>
        <a:lstStyle/>
        <a:p>
          <a:endParaRPr lang="en-US" sz="2400"/>
        </a:p>
      </dgm:t>
    </dgm:pt>
    <dgm:pt modelId="{7CB804C8-FD09-4D87-96E2-D214A0F7332C}" type="sibTrans" cxnId="{A1D28EF0-7F0E-4812-A42C-2D388AEC231D}">
      <dgm:prSet/>
      <dgm:spPr/>
      <dgm:t>
        <a:bodyPr/>
        <a:lstStyle/>
        <a:p>
          <a:endParaRPr lang="en-US" sz="2400"/>
        </a:p>
      </dgm:t>
    </dgm:pt>
    <dgm:pt modelId="{FE9167F2-1075-414B-BBC6-91FAA7F1693E}" type="pres">
      <dgm:prSet presAssocID="{08A1034C-2001-4665-B29D-5CA58163F880}" presName="root" presStyleCnt="0">
        <dgm:presLayoutVars>
          <dgm:dir/>
          <dgm:resizeHandles val="exact"/>
        </dgm:presLayoutVars>
      </dgm:prSet>
      <dgm:spPr/>
    </dgm:pt>
    <dgm:pt modelId="{B71278E3-56C1-4358-A592-95BB9CB0BEC9}" type="pres">
      <dgm:prSet presAssocID="{3CF9C678-CBB5-45AB-95CD-110E470830BF}" presName="compNode" presStyleCnt="0"/>
      <dgm:spPr/>
    </dgm:pt>
    <dgm:pt modelId="{31C90646-89C2-4893-B970-2378C9A89853}" type="pres">
      <dgm:prSet presAssocID="{3CF9C678-CBB5-45AB-95CD-110E470830BF}" presName="bgRect" presStyleLbl="bgShp" presStyleIdx="0" presStyleCnt="6"/>
      <dgm:spPr/>
    </dgm:pt>
    <dgm:pt modelId="{7D29764F-61D5-4F4F-9355-F41F846D8CDC}" type="pres">
      <dgm:prSet presAssocID="{3CF9C678-CBB5-45AB-95CD-110E470830B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4730E229-1E44-448A-9DF7-9FF7B3F8D71A}" type="pres">
      <dgm:prSet presAssocID="{3CF9C678-CBB5-45AB-95CD-110E470830BF}" presName="spaceRect" presStyleCnt="0"/>
      <dgm:spPr/>
    </dgm:pt>
    <dgm:pt modelId="{A1EE6B36-981A-4508-A2B7-7F656DE0104A}" type="pres">
      <dgm:prSet presAssocID="{3CF9C678-CBB5-45AB-95CD-110E470830BF}" presName="parTx" presStyleLbl="revTx" presStyleIdx="0" presStyleCnt="6">
        <dgm:presLayoutVars>
          <dgm:chMax val="0"/>
          <dgm:chPref val="0"/>
        </dgm:presLayoutVars>
      </dgm:prSet>
      <dgm:spPr/>
    </dgm:pt>
    <dgm:pt modelId="{8805E256-8865-4AB3-85F7-D3E7CC822DC1}" type="pres">
      <dgm:prSet presAssocID="{F5C0B7E2-99EE-452A-BD4B-DDB9E311503A}" presName="sibTrans" presStyleCnt="0"/>
      <dgm:spPr/>
    </dgm:pt>
    <dgm:pt modelId="{B8A16013-08BA-4F8D-912B-7ACFFE8B026F}" type="pres">
      <dgm:prSet presAssocID="{C45CE3BF-B473-407D-AFF5-F082B06A14B6}" presName="compNode" presStyleCnt="0"/>
      <dgm:spPr/>
    </dgm:pt>
    <dgm:pt modelId="{F20A6DF6-C7D3-4AC9-9FF2-9E40E1B71308}" type="pres">
      <dgm:prSet presAssocID="{C45CE3BF-B473-407D-AFF5-F082B06A14B6}" presName="bgRect" presStyleLbl="bgShp" presStyleIdx="1" presStyleCnt="6"/>
      <dgm:spPr/>
    </dgm:pt>
    <dgm:pt modelId="{24A0393D-575C-4ED8-96BD-A57A5FE6A102}" type="pres">
      <dgm:prSet presAssocID="{C45CE3BF-B473-407D-AFF5-F082B06A14B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3C2757E-A836-4C27-9D27-FFF094156599}" type="pres">
      <dgm:prSet presAssocID="{C45CE3BF-B473-407D-AFF5-F082B06A14B6}" presName="spaceRect" presStyleCnt="0"/>
      <dgm:spPr/>
    </dgm:pt>
    <dgm:pt modelId="{AE64AD20-2D52-4240-892E-7EAA804CD00A}" type="pres">
      <dgm:prSet presAssocID="{C45CE3BF-B473-407D-AFF5-F082B06A14B6}" presName="parTx" presStyleLbl="revTx" presStyleIdx="1" presStyleCnt="6">
        <dgm:presLayoutVars>
          <dgm:chMax val="0"/>
          <dgm:chPref val="0"/>
        </dgm:presLayoutVars>
      </dgm:prSet>
      <dgm:spPr/>
    </dgm:pt>
    <dgm:pt modelId="{40D9E531-52A1-4B8F-A37A-787FFAC0C8A2}" type="pres">
      <dgm:prSet presAssocID="{BAB4630B-6268-4834-8E8F-A66B0B5BFE17}" presName="sibTrans" presStyleCnt="0"/>
      <dgm:spPr/>
    </dgm:pt>
    <dgm:pt modelId="{63CE6A9D-5673-47F6-98D0-87DEBAC48B08}" type="pres">
      <dgm:prSet presAssocID="{7A243FBC-AD35-4107-8F74-721929757526}" presName="compNode" presStyleCnt="0"/>
      <dgm:spPr/>
    </dgm:pt>
    <dgm:pt modelId="{BD7295EA-6774-4C78-B0AA-691DEDA92C80}" type="pres">
      <dgm:prSet presAssocID="{7A243FBC-AD35-4107-8F74-721929757526}" presName="bgRect" presStyleLbl="bgShp" presStyleIdx="2" presStyleCnt="6"/>
      <dgm:spPr/>
    </dgm:pt>
    <dgm:pt modelId="{19C80952-0B14-46D7-A34D-D27384155AC7}" type="pres">
      <dgm:prSet presAssocID="{7A243FBC-AD35-4107-8F74-72192975752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C2E1EE1-F569-4E36-A857-8AE983C66398}" type="pres">
      <dgm:prSet presAssocID="{7A243FBC-AD35-4107-8F74-721929757526}" presName="spaceRect" presStyleCnt="0"/>
      <dgm:spPr/>
    </dgm:pt>
    <dgm:pt modelId="{F4133055-FC9C-45E8-A7C9-E48243046BD6}" type="pres">
      <dgm:prSet presAssocID="{7A243FBC-AD35-4107-8F74-721929757526}" presName="parTx" presStyleLbl="revTx" presStyleIdx="2" presStyleCnt="6">
        <dgm:presLayoutVars>
          <dgm:chMax val="0"/>
          <dgm:chPref val="0"/>
        </dgm:presLayoutVars>
      </dgm:prSet>
      <dgm:spPr/>
    </dgm:pt>
    <dgm:pt modelId="{FA51AD16-A2E6-4CD1-8E61-1E4CFD68E2B4}" type="pres">
      <dgm:prSet presAssocID="{7B838A1F-BA75-47B9-B84A-5BFAC91FDCA7}" presName="sibTrans" presStyleCnt="0"/>
      <dgm:spPr/>
    </dgm:pt>
    <dgm:pt modelId="{30591F33-9802-4573-BE19-6FDCF8890E7E}" type="pres">
      <dgm:prSet presAssocID="{9D73EE02-3B93-40C2-AA0A-C06133759355}" presName="compNode" presStyleCnt="0"/>
      <dgm:spPr/>
    </dgm:pt>
    <dgm:pt modelId="{809F7D35-CBEE-4729-992E-758B27FD4650}" type="pres">
      <dgm:prSet presAssocID="{9D73EE02-3B93-40C2-AA0A-C06133759355}" presName="bgRect" presStyleLbl="bgShp" presStyleIdx="3" presStyleCnt="6"/>
      <dgm:spPr/>
    </dgm:pt>
    <dgm:pt modelId="{EEF4FE75-B360-4176-8AA4-262454757DC0}" type="pres">
      <dgm:prSet presAssocID="{9D73EE02-3B93-40C2-AA0A-C0613375935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19C4C89B-B661-4331-AD24-31F26352AF4A}" type="pres">
      <dgm:prSet presAssocID="{9D73EE02-3B93-40C2-AA0A-C06133759355}" presName="spaceRect" presStyleCnt="0"/>
      <dgm:spPr/>
    </dgm:pt>
    <dgm:pt modelId="{56B56EA5-BB2F-47D9-8291-0684F79B8F8F}" type="pres">
      <dgm:prSet presAssocID="{9D73EE02-3B93-40C2-AA0A-C06133759355}" presName="parTx" presStyleLbl="revTx" presStyleIdx="3" presStyleCnt="6">
        <dgm:presLayoutVars>
          <dgm:chMax val="0"/>
          <dgm:chPref val="0"/>
        </dgm:presLayoutVars>
      </dgm:prSet>
      <dgm:spPr/>
    </dgm:pt>
    <dgm:pt modelId="{93795A49-5CFF-4C1A-B3A5-570FCBA2DC1A}" type="pres">
      <dgm:prSet presAssocID="{ABAA8484-A4F9-49B5-864C-ACD0FEB180C1}" presName="sibTrans" presStyleCnt="0"/>
      <dgm:spPr/>
    </dgm:pt>
    <dgm:pt modelId="{06D99AB1-5416-4A63-98A2-0893EF9D647F}" type="pres">
      <dgm:prSet presAssocID="{6BC24B2D-32EE-44E9-87AC-35FC7F935E57}" presName="compNode" presStyleCnt="0"/>
      <dgm:spPr/>
    </dgm:pt>
    <dgm:pt modelId="{D209269A-583E-47AE-8F24-66289C46D687}" type="pres">
      <dgm:prSet presAssocID="{6BC24B2D-32EE-44E9-87AC-35FC7F935E57}" presName="bgRect" presStyleLbl="bgShp" presStyleIdx="4" presStyleCnt="6"/>
      <dgm:spPr/>
    </dgm:pt>
    <dgm:pt modelId="{D244399B-580D-49B6-8901-47246E489D06}" type="pres">
      <dgm:prSet presAssocID="{6BC24B2D-32EE-44E9-87AC-35FC7F935E5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rama"/>
        </a:ext>
      </dgm:extLst>
    </dgm:pt>
    <dgm:pt modelId="{2324E60A-B5C9-4F60-8322-05F303EAF461}" type="pres">
      <dgm:prSet presAssocID="{6BC24B2D-32EE-44E9-87AC-35FC7F935E57}" presName="spaceRect" presStyleCnt="0"/>
      <dgm:spPr/>
    </dgm:pt>
    <dgm:pt modelId="{46932361-25B6-4329-A259-D44B751465D7}" type="pres">
      <dgm:prSet presAssocID="{6BC24B2D-32EE-44E9-87AC-35FC7F935E57}" presName="parTx" presStyleLbl="revTx" presStyleIdx="4" presStyleCnt="6">
        <dgm:presLayoutVars>
          <dgm:chMax val="0"/>
          <dgm:chPref val="0"/>
        </dgm:presLayoutVars>
      </dgm:prSet>
      <dgm:spPr/>
    </dgm:pt>
    <dgm:pt modelId="{B0444DC3-DF42-486D-9856-CDA57E77FA3F}" type="pres">
      <dgm:prSet presAssocID="{6CFA3524-272A-4919-80DC-E987AA601C3F}" presName="sibTrans" presStyleCnt="0"/>
      <dgm:spPr/>
    </dgm:pt>
    <dgm:pt modelId="{CE1962AF-E0BE-4F76-B097-D9CA4C04C119}" type="pres">
      <dgm:prSet presAssocID="{C0EF8339-9344-4A99-B1E4-5FD2FF990951}" presName="compNode" presStyleCnt="0"/>
      <dgm:spPr/>
    </dgm:pt>
    <dgm:pt modelId="{8F2CB195-D858-4539-8963-103665B87CBB}" type="pres">
      <dgm:prSet presAssocID="{C0EF8339-9344-4A99-B1E4-5FD2FF990951}" presName="bgRect" presStyleLbl="bgShp" presStyleIdx="5" presStyleCnt="6"/>
      <dgm:spPr/>
    </dgm:pt>
    <dgm:pt modelId="{A45B7EF4-4D0A-4218-BBD4-227E0FCBEB37}" type="pres">
      <dgm:prSet presAssocID="{C0EF8339-9344-4A99-B1E4-5FD2FF99095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CAA3AF6-EA3E-4D01-985C-D28C8898F72E}" type="pres">
      <dgm:prSet presAssocID="{C0EF8339-9344-4A99-B1E4-5FD2FF990951}" presName="spaceRect" presStyleCnt="0"/>
      <dgm:spPr/>
    </dgm:pt>
    <dgm:pt modelId="{4943066E-79EB-4CBF-B3A3-406C75327730}" type="pres">
      <dgm:prSet presAssocID="{C0EF8339-9344-4A99-B1E4-5FD2FF990951}" presName="parTx" presStyleLbl="revTx" presStyleIdx="5" presStyleCnt="6">
        <dgm:presLayoutVars>
          <dgm:chMax val="0"/>
          <dgm:chPref val="0"/>
        </dgm:presLayoutVars>
      </dgm:prSet>
      <dgm:spPr/>
    </dgm:pt>
  </dgm:ptLst>
  <dgm:cxnLst>
    <dgm:cxn modelId="{0F63E407-777B-4F02-8088-B49560882A5A}" srcId="{08A1034C-2001-4665-B29D-5CA58163F880}" destId="{3CF9C678-CBB5-45AB-95CD-110E470830BF}" srcOrd="0" destOrd="0" parTransId="{DDE2F24E-063D-4647-B427-7A7955852FA9}" sibTransId="{F5C0B7E2-99EE-452A-BD4B-DDB9E311503A}"/>
    <dgm:cxn modelId="{40D2790F-A23E-4EB7-BE79-0D3F6A3547F8}" type="presOf" srcId="{08A1034C-2001-4665-B29D-5CA58163F880}" destId="{FE9167F2-1075-414B-BBC6-91FAA7F1693E}" srcOrd="0" destOrd="0" presId="urn:microsoft.com/office/officeart/2018/2/layout/IconVerticalSolidList"/>
    <dgm:cxn modelId="{84F64527-A4F3-4D65-918E-F4E3F9E22365}" srcId="{08A1034C-2001-4665-B29D-5CA58163F880}" destId="{C45CE3BF-B473-407D-AFF5-F082B06A14B6}" srcOrd="1" destOrd="0" parTransId="{9C9426A9-73BA-4C88-BF42-E556B83120DB}" sibTransId="{BAB4630B-6268-4834-8E8F-A66B0B5BFE17}"/>
    <dgm:cxn modelId="{73B83930-4CFA-4B5A-A9F2-D67349BDB8D7}" srcId="{08A1034C-2001-4665-B29D-5CA58163F880}" destId="{9D73EE02-3B93-40C2-AA0A-C06133759355}" srcOrd="3" destOrd="0" parTransId="{87E45BDB-E060-4843-AA99-1B2E72718CB7}" sibTransId="{ABAA8484-A4F9-49B5-864C-ACD0FEB180C1}"/>
    <dgm:cxn modelId="{F5772436-1909-415A-A188-B7F94C43A4E9}" type="presOf" srcId="{3CF9C678-CBB5-45AB-95CD-110E470830BF}" destId="{A1EE6B36-981A-4508-A2B7-7F656DE0104A}" srcOrd="0" destOrd="0" presId="urn:microsoft.com/office/officeart/2018/2/layout/IconVerticalSolidList"/>
    <dgm:cxn modelId="{3504245A-BEAB-4301-9F63-BA9D92C53442}" type="presOf" srcId="{6BC24B2D-32EE-44E9-87AC-35FC7F935E57}" destId="{46932361-25B6-4329-A259-D44B751465D7}" srcOrd="0" destOrd="0" presId="urn:microsoft.com/office/officeart/2018/2/layout/IconVerticalSolidList"/>
    <dgm:cxn modelId="{E4AE2D6B-E53A-471F-A690-75A038ED7319}" srcId="{08A1034C-2001-4665-B29D-5CA58163F880}" destId="{6BC24B2D-32EE-44E9-87AC-35FC7F935E57}" srcOrd="4" destOrd="0" parTransId="{97321508-BD69-4544-8049-0953255E9B67}" sibTransId="{6CFA3524-272A-4919-80DC-E987AA601C3F}"/>
    <dgm:cxn modelId="{2697FA85-CF56-44C1-B3FC-89CBF043C508}" srcId="{08A1034C-2001-4665-B29D-5CA58163F880}" destId="{7A243FBC-AD35-4107-8F74-721929757526}" srcOrd="2" destOrd="0" parTransId="{ED357439-67AB-4FA6-B9B6-253AAAFBAB25}" sibTransId="{7B838A1F-BA75-47B9-B84A-5BFAC91FDCA7}"/>
    <dgm:cxn modelId="{CD88BA9B-852C-4C07-9C7A-C7C06E5E885C}" type="presOf" srcId="{9D73EE02-3B93-40C2-AA0A-C06133759355}" destId="{56B56EA5-BB2F-47D9-8291-0684F79B8F8F}" srcOrd="0" destOrd="0" presId="urn:microsoft.com/office/officeart/2018/2/layout/IconVerticalSolidList"/>
    <dgm:cxn modelId="{2B8E54A6-A6DE-4C81-99B1-82AFE74BD56B}" type="presOf" srcId="{7A243FBC-AD35-4107-8F74-721929757526}" destId="{F4133055-FC9C-45E8-A7C9-E48243046BD6}" srcOrd="0" destOrd="0" presId="urn:microsoft.com/office/officeart/2018/2/layout/IconVerticalSolidList"/>
    <dgm:cxn modelId="{52FACDD4-D279-4016-A323-864C5D8F1A3F}" type="presOf" srcId="{C0EF8339-9344-4A99-B1E4-5FD2FF990951}" destId="{4943066E-79EB-4CBF-B3A3-406C75327730}" srcOrd="0" destOrd="0" presId="urn:microsoft.com/office/officeart/2018/2/layout/IconVerticalSolidList"/>
    <dgm:cxn modelId="{A1D28EF0-7F0E-4812-A42C-2D388AEC231D}" srcId="{08A1034C-2001-4665-B29D-5CA58163F880}" destId="{C0EF8339-9344-4A99-B1E4-5FD2FF990951}" srcOrd="5" destOrd="0" parTransId="{C7795428-5E1D-43ED-ACE6-D3CE7B7C77F6}" sibTransId="{7CB804C8-FD09-4D87-96E2-D214A0F7332C}"/>
    <dgm:cxn modelId="{31BEAAF8-3424-4A80-9713-AE1C0E0C7DCF}" type="presOf" srcId="{C45CE3BF-B473-407D-AFF5-F082B06A14B6}" destId="{AE64AD20-2D52-4240-892E-7EAA804CD00A}" srcOrd="0" destOrd="0" presId="urn:microsoft.com/office/officeart/2018/2/layout/IconVerticalSolidList"/>
    <dgm:cxn modelId="{01D96A18-1E30-4EA3-B933-9B9F49D412E0}" type="presParOf" srcId="{FE9167F2-1075-414B-BBC6-91FAA7F1693E}" destId="{B71278E3-56C1-4358-A592-95BB9CB0BEC9}" srcOrd="0" destOrd="0" presId="urn:microsoft.com/office/officeart/2018/2/layout/IconVerticalSolidList"/>
    <dgm:cxn modelId="{19FEE875-09EF-47C2-83CE-F74A6E04B9CD}" type="presParOf" srcId="{B71278E3-56C1-4358-A592-95BB9CB0BEC9}" destId="{31C90646-89C2-4893-B970-2378C9A89853}" srcOrd="0" destOrd="0" presId="urn:microsoft.com/office/officeart/2018/2/layout/IconVerticalSolidList"/>
    <dgm:cxn modelId="{9D32CDBD-CE05-4F53-BA63-299E609887E6}" type="presParOf" srcId="{B71278E3-56C1-4358-A592-95BB9CB0BEC9}" destId="{7D29764F-61D5-4F4F-9355-F41F846D8CDC}" srcOrd="1" destOrd="0" presId="urn:microsoft.com/office/officeart/2018/2/layout/IconVerticalSolidList"/>
    <dgm:cxn modelId="{7D0C8792-126F-4CCD-B78F-3AAD623A9135}" type="presParOf" srcId="{B71278E3-56C1-4358-A592-95BB9CB0BEC9}" destId="{4730E229-1E44-448A-9DF7-9FF7B3F8D71A}" srcOrd="2" destOrd="0" presId="urn:microsoft.com/office/officeart/2018/2/layout/IconVerticalSolidList"/>
    <dgm:cxn modelId="{77C1B177-66C3-476D-A294-20BA999ABD35}" type="presParOf" srcId="{B71278E3-56C1-4358-A592-95BB9CB0BEC9}" destId="{A1EE6B36-981A-4508-A2B7-7F656DE0104A}" srcOrd="3" destOrd="0" presId="urn:microsoft.com/office/officeart/2018/2/layout/IconVerticalSolidList"/>
    <dgm:cxn modelId="{CAC1BE9A-C5D1-404A-A7EE-5682C76029D9}" type="presParOf" srcId="{FE9167F2-1075-414B-BBC6-91FAA7F1693E}" destId="{8805E256-8865-4AB3-85F7-D3E7CC822DC1}" srcOrd="1" destOrd="0" presId="urn:microsoft.com/office/officeart/2018/2/layout/IconVerticalSolidList"/>
    <dgm:cxn modelId="{A35E16D8-C1D8-4DD6-B15C-FA6BCB0EB7E4}" type="presParOf" srcId="{FE9167F2-1075-414B-BBC6-91FAA7F1693E}" destId="{B8A16013-08BA-4F8D-912B-7ACFFE8B026F}" srcOrd="2" destOrd="0" presId="urn:microsoft.com/office/officeart/2018/2/layout/IconVerticalSolidList"/>
    <dgm:cxn modelId="{359E2530-C72D-4328-8DEA-36465DDEC355}" type="presParOf" srcId="{B8A16013-08BA-4F8D-912B-7ACFFE8B026F}" destId="{F20A6DF6-C7D3-4AC9-9FF2-9E40E1B71308}" srcOrd="0" destOrd="0" presId="urn:microsoft.com/office/officeart/2018/2/layout/IconVerticalSolidList"/>
    <dgm:cxn modelId="{9199C1D8-049F-42E0-8C5F-EC58DE733988}" type="presParOf" srcId="{B8A16013-08BA-4F8D-912B-7ACFFE8B026F}" destId="{24A0393D-575C-4ED8-96BD-A57A5FE6A102}" srcOrd="1" destOrd="0" presId="urn:microsoft.com/office/officeart/2018/2/layout/IconVerticalSolidList"/>
    <dgm:cxn modelId="{58273D57-4603-4A64-BC86-BA06581C0103}" type="presParOf" srcId="{B8A16013-08BA-4F8D-912B-7ACFFE8B026F}" destId="{A3C2757E-A836-4C27-9D27-FFF094156599}" srcOrd="2" destOrd="0" presId="urn:microsoft.com/office/officeart/2018/2/layout/IconVerticalSolidList"/>
    <dgm:cxn modelId="{82CEA7F5-92D9-4FBC-A814-0E1800EC6B5A}" type="presParOf" srcId="{B8A16013-08BA-4F8D-912B-7ACFFE8B026F}" destId="{AE64AD20-2D52-4240-892E-7EAA804CD00A}" srcOrd="3" destOrd="0" presId="urn:microsoft.com/office/officeart/2018/2/layout/IconVerticalSolidList"/>
    <dgm:cxn modelId="{BF6D870F-809C-4701-B576-48D911356B3F}" type="presParOf" srcId="{FE9167F2-1075-414B-BBC6-91FAA7F1693E}" destId="{40D9E531-52A1-4B8F-A37A-787FFAC0C8A2}" srcOrd="3" destOrd="0" presId="urn:microsoft.com/office/officeart/2018/2/layout/IconVerticalSolidList"/>
    <dgm:cxn modelId="{B38F3219-6717-4FFA-AE3E-CADA466FA3FC}" type="presParOf" srcId="{FE9167F2-1075-414B-BBC6-91FAA7F1693E}" destId="{63CE6A9D-5673-47F6-98D0-87DEBAC48B08}" srcOrd="4" destOrd="0" presId="urn:microsoft.com/office/officeart/2018/2/layout/IconVerticalSolidList"/>
    <dgm:cxn modelId="{06DE5C64-69B4-4BF1-BB34-45D5AE80E038}" type="presParOf" srcId="{63CE6A9D-5673-47F6-98D0-87DEBAC48B08}" destId="{BD7295EA-6774-4C78-B0AA-691DEDA92C80}" srcOrd="0" destOrd="0" presId="urn:microsoft.com/office/officeart/2018/2/layout/IconVerticalSolidList"/>
    <dgm:cxn modelId="{D16F125B-9985-49A1-8879-70786CCA516D}" type="presParOf" srcId="{63CE6A9D-5673-47F6-98D0-87DEBAC48B08}" destId="{19C80952-0B14-46D7-A34D-D27384155AC7}" srcOrd="1" destOrd="0" presId="urn:microsoft.com/office/officeart/2018/2/layout/IconVerticalSolidList"/>
    <dgm:cxn modelId="{9C6D5B97-E90D-4ACC-B92E-B4758B359578}" type="presParOf" srcId="{63CE6A9D-5673-47F6-98D0-87DEBAC48B08}" destId="{6C2E1EE1-F569-4E36-A857-8AE983C66398}" srcOrd="2" destOrd="0" presId="urn:microsoft.com/office/officeart/2018/2/layout/IconVerticalSolidList"/>
    <dgm:cxn modelId="{8C3FF098-4C74-411D-A72E-A1BFA98BB397}" type="presParOf" srcId="{63CE6A9D-5673-47F6-98D0-87DEBAC48B08}" destId="{F4133055-FC9C-45E8-A7C9-E48243046BD6}" srcOrd="3" destOrd="0" presId="urn:microsoft.com/office/officeart/2018/2/layout/IconVerticalSolidList"/>
    <dgm:cxn modelId="{C624B1E1-2F18-4AFF-A06C-5A339D0B303B}" type="presParOf" srcId="{FE9167F2-1075-414B-BBC6-91FAA7F1693E}" destId="{FA51AD16-A2E6-4CD1-8E61-1E4CFD68E2B4}" srcOrd="5" destOrd="0" presId="urn:microsoft.com/office/officeart/2018/2/layout/IconVerticalSolidList"/>
    <dgm:cxn modelId="{D6D81EEA-6373-4ED6-9B4A-5B1D972E221C}" type="presParOf" srcId="{FE9167F2-1075-414B-BBC6-91FAA7F1693E}" destId="{30591F33-9802-4573-BE19-6FDCF8890E7E}" srcOrd="6" destOrd="0" presId="urn:microsoft.com/office/officeart/2018/2/layout/IconVerticalSolidList"/>
    <dgm:cxn modelId="{D935ADC2-515B-4DFC-BB2F-85A0C397D746}" type="presParOf" srcId="{30591F33-9802-4573-BE19-6FDCF8890E7E}" destId="{809F7D35-CBEE-4729-992E-758B27FD4650}" srcOrd="0" destOrd="0" presId="urn:microsoft.com/office/officeart/2018/2/layout/IconVerticalSolidList"/>
    <dgm:cxn modelId="{1A2BB099-4BB1-4554-A672-5BACE8183800}" type="presParOf" srcId="{30591F33-9802-4573-BE19-6FDCF8890E7E}" destId="{EEF4FE75-B360-4176-8AA4-262454757DC0}" srcOrd="1" destOrd="0" presId="urn:microsoft.com/office/officeart/2018/2/layout/IconVerticalSolidList"/>
    <dgm:cxn modelId="{F8262741-442E-49E4-991E-B36A04635BB2}" type="presParOf" srcId="{30591F33-9802-4573-BE19-6FDCF8890E7E}" destId="{19C4C89B-B661-4331-AD24-31F26352AF4A}" srcOrd="2" destOrd="0" presId="urn:microsoft.com/office/officeart/2018/2/layout/IconVerticalSolidList"/>
    <dgm:cxn modelId="{F2646642-EE1B-4E96-A888-24A540FF03FA}" type="presParOf" srcId="{30591F33-9802-4573-BE19-6FDCF8890E7E}" destId="{56B56EA5-BB2F-47D9-8291-0684F79B8F8F}" srcOrd="3" destOrd="0" presId="urn:microsoft.com/office/officeart/2018/2/layout/IconVerticalSolidList"/>
    <dgm:cxn modelId="{C571DA2A-43B6-4159-98CD-3A44530C4E3D}" type="presParOf" srcId="{FE9167F2-1075-414B-BBC6-91FAA7F1693E}" destId="{93795A49-5CFF-4C1A-B3A5-570FCBA2DC1A}" srcOrd="7" destOrd="0" presId="urn:microsoft.com/office/officeart/2018/2/layout/IconVerticalSolidList"/>
    <dgm:cxn modelId="{DFFEC4AE-441D-4E84-9E12-C42AAC58E758}" type="presParOf" srcId="{FE9167F2-1075-414B-BBC6-91FAA7F1693E}" destId="{06D99AB1-5416-4A63-98A2-0893EF9D647F}" srcOrd="8" destOrd="0" presId="urn:microsoft.com/office/officeart/2018/2/layout/IconVerticalSolidList"/>
    <dgm:cxn modelId="{D202DD5D-C106-44BD-B154-B0227942887C}" type="presParOf" srcId="{06D99AB1-5416-4A63-98A2-0893EF9D647F}" destId="{D209269A-583E-47AE-8F24-66289C46D687}" srcOrd="0" destOrd="0" presId="urn:microsoft.com/office/officeart/2018/2/layout/IconVerticalSolidList"/>
    <dgm:cxn modelId="{2F322BB4-BB2E-4FBC-B624-0B2E3D632455}" type="presParOf" srcId="{06D99AB1-5416-4A63-98A2-0893EF9D647F}" destId="{D244399B-580D-49B6-8901-47246E489D06}" srcOrd="1" destOrd="0" presId="urn:microsoft.com/office/officeart/2018/2/layout/IconVerticalSolidList"/>
    <dgm:cxn modelId="{B4AF53FE-DE91-4C0E-BE38-B322256FDB38}" type="presParOf" srcId="{06D99AB1-5416-4A63-98A2-0893EF9D647F}" destId="{2324E60A-B5C9-4F60-8322-05F303EAF461}" srcOrd="2" destOrd="0" presId="urn:microsoft.com/office/officeart/2018/2/layout/IconVerticalSolidList"/>
    <dgm:cxn modelId="{7881A6BF-45C8-4D1E-A9CA-39123E34DAFA}" type="presParOf" srcId="{06D99AB1-5416-4A63-98A2-0893EF9D647F}" destId="{46932361-25B6-4329-A259-D44B751465D7}" srcOrd="3" destOrd="0" presId="urn:microsoft.com/office/officeart/2018/2/layout/IconVerticalSolidList"/>
    <dgm:cxn modelId="{7267B782-3440-4DC7-9E34-C932F6DF694B}" type="presParOf" srcId="{FE9167F2-1075-414B-BBC6-91FAA7F1693E}" destId="{B0444DC3-DF42-486D-9856-CDA57E77FA3F}" srcOrd="9" destOrd="0" presId="urn:microsoft.com/office/officeart/2018/2/layout/IconVerticalSolidList"/>
    <dgm:cxn modelId="{5546DDD6-C218-4C15-AAC4-0AA1152983E7}" type="presParOf" srcId="{FE9167F2-1075-414B-BBC6-91FAA7F1693E}" destId="{CE1962AF-E0BE-4F76-B097-D9CA4C04C119}" srcOrd="10" destOrd="0" presId="urn:microsoft.com/office/officeart/2018/2/layout/IconVerticalSolidList"/>
    <dgm:cxn modelId="{4C2982D3-9FBD-443F-850B-6F2A9508D8ED}" type="presParOf" srcId="{CE1962AF-E0BE-4F76-B097-D9CA4C04C119}" destId="{8F2CB195-D858-4539-8963-103665B87CBB}" srcOrd="0" destOrd="0" presId="urn:microsoft.com/office/officeart/2018/2/layout/IconVerticalSolidList"/>
    <dgm:cxn modelId="{BF2B284D-64C3-4C99-B0A3-82385A60DE50}" type="presParOf" srcId="{CE1962AF-E0BE-4F76-B097-D9CA4C04C119}" destId="{A45B7EF4-4D0A-4218-BBD4-227E0FCBEB37}" srcOrd="1" destOrd="0" presId="urn:microsoft.com/office/officeart/2018/2/layout/IconVerticalSolidList"/>
    <dgm:cxn modelId="{CDDD654B-3F9A-4B0D-85DE-A837E41B161E}" type="presParOf" srcId="{CE1962AF-E0BE-4F76-B097-D9CA4C04C119}" destId="{4CAA3AF6-EA3E-4D01-985C-D28C8898F72E}" srcOrd="2" destOrd="0" presId="urn:microsoft.com/office/officeart/2018/2/layout/IconVerticalSolidList"/>
    <dgm:cxn modelId="{6445F4B9-402F-420F-AD6B-3DA3625DD8A7}" type="presParOf" srcId="{CE1962AF-E0BE-4F76-B097-D9CA4C04C119}" destId="{4943066E-79EB-4CBF-B3A3-406C753277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A1034C-2001-4665-B29D-5CA58163F8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9C678-CBB5-45AB-95CD-110E470830BF}">
      <dgm:prSet custT="1"/>
      <dgm:spPr/>
      <dgm:t>
        <a:bodyPr/>
        <a:lstStyle/>
        <a:p>
          <a:pPr>
            <a:lnSpc>
              <a:spcPct val="100000"/>
            </a:lnSpc>
          </a:pPr>
          <a:r>
            <a:rPr lang="en-US" sz="2400" dirty="0">
              <a:solidFill>
                <a:srgbClr val="C00000"/>
              </a:solidFill>
            </a:rPr>
            <a:t>Brief on Challenge – as I understood it</a:t>
          </a:r>
        </a:p>
      </dgm:t>
    </dgm:pt>
    <dgm:pt modelId="{DDE2F24E-063D-4647-B427-7A7955852FA9}" type="parTrans" cxnId="{0F63E407-777B-4F02-8088-B49560882A5A}">
      <dgm:prSet/>
      <dgm:spPr/>
      <dgm:t>
        <a:bodyPr/>
        <a:lstStyle/>
        <a:p>
          <a:endParaRPr lang="en-US" sz="2400"/>
        </a:p>
      </dgm:t>
    </dgm:pt>
    <dgm:pt modelId="{F5C0B7E2-99EE-452A-BD4B-DDB9E311503A}" type="sibTrans" cxnId="{0F63E407-777B-4F02-8088-B49560882A5A}">
      <dgm:prSet/>
      <dgm:spPr/>
      <dgm:t>
        <a:bodyPr/>
        <a:lstStyle/>
        <a:p>
          <a:endParaRPr lang="en-US" sz="2400"/>
        </a:p>
      </dgm:t>
    </dgm:pt>
    <dgm:pt modelId="{C45CE3BF-B473-407D-AFF5-F082B06A14B6}">
      <dgm:prSet custT="1"/>
      <dgm:spPr/>
      <dgm:t>
        <a:bodyPr/>
        <a:lstStyle/>
        <a:p>
          <a:pPr>
            <a:lnSpc>
              <a:spcPct val="100000"/>
            </a:lnSpc>
          </a:pPr>
          <a:r>
            <a:rPr lang="en-US" sz="2400" dirty="0">
              <a:solidFill>
                <a:srgbClr val="C00000"/>
              </a:solidFill>
            </a:rPr>
            <a:t>Data preparation</a:t>
          </a:r>
        </a:p>
      </dgm:t>
    </dgm:pt>
    <dgm:pt modelId="{9C9426A9-73BA-4C88-BF42-E556B83120DB}" type="parTrans" cxnId="{84F64527-A4F3-4D65-918E-F4E3F9E22365}">
      <dgm:prSet/>
      <dgm:spPr/>
      <dgm:t>
        <a:bodyPr/>
        <a:lstStyle/>
        <a:p>
          <a:endParaRPr lang="en-US" sz="2400"/>
        </a:p>
      </dgm:t>
    </dgm:pt>
    <dgm:pt modelId="{BAB4630B-6268-4834-8E8F-A66B0B5BFE17}" type="sibTrans" cxnId="{84F64527-A4F3-4D65-918E-F4E3F9E22365}">
      <dgm:prSet/>
      <dgm:spPr/>
      <dgm:t>
        <a:bodyPr/>
        <a:lstStyle/>
        <a:p>
          <a:endParaRPr lang="en-US" sz="2400"/>
        </a:p>
      </dgm:t>
    </dgm:pt>
    <dgm:pt modelId="{7A243FBC-AD35-4107-8F74-721929757526}">
      <dgm:prSet custT="1"/>
      <dgm:spPr/>
      <dgm:t>
        <a:bodyPr/>
        <a:lstStyle/>
        <a:p>
          <a:pPr>
            <a:lnSpc>
              <a:spcPct val="100000"/>
            </a:lnSpc>
          </a:pPr>
          <a:r>
            <a:rPr lang="en-US" sz="2400" dirty="0">
              <a:solidFill>
                <a:srgbClr val="C00000"/>
              </a:solidFill>
            </a:rPr>
            <a:t>Feature engineering</a:t>
          </a:r>
        </a:p>
      </dgm:t>
    </dgm:pt>
    <dgm:pt modelId="{ED357439-67AB-4FA6-B9B6-253AAAFBAB25}" type="parTrans" cxnId="{2697FA85-CF56-44C1-B3FC-89CBF043C508}">
      <dgm:prSet/>
      <dgm:spPr/>
      <dgm:t>
        <a:bodyPr/>
        <a:lstStyle/>
        <a:p>
          <a:endParaRPr lang="en-US" sz="2400"/>
        </a:p>
      </dgm:t>
    </dgm:pt>
    <dgm:pt modelId="{7B838A1F-BA75-47B9-B84A-5BFAC91FDCA7}" type="sibTrans" cxnId="{2697FA85-CF56-44C1-B3FC-89CBF043C508}">
      <dgm:prSet/>
      <dgm:spPr/>
      <dgm:t>
        <a:bodyPr/>
        <a:lstStyle/>
        <a:p>
          <a:endParaRPr lang="en-US" sz="2400"/>
        </a:p>
      </dgm:t>
    </dgm:pt>
    <dgm:pt modelId="{9D73EE02-3B93-40C2-AA0A-C06133759355}">
      <dgm:prSet custT="1"/>
      <dgm:spPr/>
      <dgm:t>
        <a:bodyPr/>
        <a:lstStyle/>
        <a:p>
          <a:pPr>
            <a:lnSpc>
              <a:spcPct val="100000"/>
            </a:lnSpc>
          </a:pPr>
          <a:r>
            <a:rPr lang="en-US" sz="2400"/>
            <a:t>Modelling methodology</a:t>
          </a:r>
        </a:p>
      </dgm:t>
    </dgm:pt>
    <dgm:pt modelId="{87E45BDB-E060-4843-AA99-1B2E72718CB7}" type="parTrans" cxnId="{73B83930-4CFA-4B5A-A9F2-D67349BDB8D7}">
      <dgm:prSet/>
      <dgm:spPr/>
      <dgm:t>
        <a:bodyPr/>
        <a:lstStyle/>
        <a:p>
          <a:endParaRPr lang="en-US" sz="2400"/>
        </a:p>
      </dgm:t>
    </dgm:pt>
    <dgm:pt modelId="{ABAA8484-A4F9-49B5-864C-ACD0FEB180C1}" type="sibTrans" cxnId="{73B83930-4CFA-4B5A-A9F2-D67349BDB8D7}">
      <dgm:prSet/>
      <dgm:spPr/>
      <dgm:t>
        <a:bodyPr/>
        <a:lstStyle/>
        <a:p>
          <a:endParaRPr lang="en-US" sz="2400"/>
        </a:p>
      </dgm:t>
    </dgm:pt>
    <dgm:pt modelId="{6BC24B2D-32EE-44E9-87AC-35FC7F935E57}">
      <dgm:prSet custT="1"/>
      <dgm:spPr/>
      <dgm:t>
        <a:bodyPr/>
        <a:lstStyle/>
        <a:p>
          <a:pPr>
            <a:lnSpc>
              <a:spcPct val="100000"/>
            </a:lnSpc>
          </a:pPr>
          <a:r>
            <a:rPr lang="en-US" sz="2400"/>
            <a:t>Ensemble strategy</a:t>
          </a:r>
        </a:p>
      </dgm:t>
    </dgm:pt>
    <dgm:pt modelId="{97321508-BD69-4544-8049-0953255E9B67}" type="parTrans" cxnId="{E4AE2D6B-E53A-471F-A690-75A038ED7319}">
      <dgm:prSet/>
      <dgm:spPr/>
      <dgm:t>
        <a:bodyPr/>
        <a:lstStyle/>
        <a:p>
          <a:endParaRPr lang="en-US" sz="2400"/>
        </a:p>
      </dgm:t>
    </dgm:pt>
    <dgm:pt modelId="{6CFA3524-272A-4919-80DC-E987AA601C3F}" type="sibTrans" cxnId="{E4AE2D6B-E53A-471F-A690-75A038ED7319}">
      <dgm:prSet/>
      <dgm:spPr/>
      <dgm:t>
        <a:bodyPr/>
        <a:lstStyle/>
        <a:p>
          <a:endParaRPr lang="en-US" sz="2400"/>
        </a:p>
      </dgm:t>
    </dgm:pt>
    <dgm:pt modelId="{C0EF8339-9344-4A99-B1E4-5FD2FF990951}">
      <dgm:prSet custT="1"/>
      <dgm:spPr/>
      <dgm:t>
        <a:bodyPr/>
        <a:lstStyle/>
        <a:p>
          <a:pPr>
            <a:lnSpc>
              <a:spcPct val="100000"/>
            </a:lnSpc>
          </a:pPr>
          <a:r>
            <a:rPr lang="en-US" sz="2400"/>
            <a:t>Conclusion</a:t>
          </a:r>
        </a:p>
      </dgm:t>
    </dgm:pt>
    <dgm:pt modelId="{C7795428-5E1D-43ED-ACE6-D3CE7B7C77F6}" type="parTrans" cxnId="{A1D28EF0-7F0E-4812-A42C-2D388AEC231D}">
      <dgm:prSet/>
      <dgm:spPr/>
      <dgm:t>
        <a:bodyPr/>
        <a:lstStyle/>
        <a:p>
          <a:endParaRPr lang="en-US" sz="2400"/>
        </a:p>
      </dgm:t>
    </dgm:pt>
    <dgm:pt modelId="{7CB804C8-FD09-4D87-96E2-D214A0F7332C}" type="sibTrans" cxnId="{A1D28EF0-7F0E-4812-A42C-2D388AEC231D}">
      <dgm:prSet/>
      <dgm:spPr/>
      <dgm:t>
        <a:bodyPr/>
        <a:lstStyle/>
        <a:p>
          <a:endParaRPr lang="en-US" sz="2400"/>
        </a:p>
      </dgm:t>
    </dgm:pt>
    <dgm:pt modelId="{FE9167F2-1075-414B-BBC6-91FAA7F1693E}" type="pres">
      <dgm:prSet presAssocID="{08A1034C-2001-4665-B29D-5CA58163F880}" presName="root" presStyleCnt="0">
        <dgm:presLayoutVars>
          <dgm:dir/>
          <dgm:resizeHandles val="exact"/>
        </dgm:presLayoutVars>
      </dgm:prSet>
      <dgm:spPr/>
    </dgm:pt>
    <dgm:pt modelId="{B71278E3-56C1-4358-A592-95BB9CB0BEC9}" type="pres">
      <dgm:prSet presAssocID="{3CF9C678-CBB5-45AB-95CD-110E470830BF}" presName="compNode" presStyleCnt="0"/>
      <dgm:spPr/>
    </dgm:pt>
    <dgm:pt modelId="{31C90646-89C2-4893-B970-2378C9A89853}" type="pres">
      <dgm:prSet presAssocID="{3CF9C678-CBB5-45AB-95CD-110E470830BF}" presName="bgRect" presStyleLbl="bgShp" presStyleIdx="0" presStyleCnt="6"/>
      <dgm:spPr/>
    </dgm:pt>
    <dgm:pt modelId="{7D29764F-61D5-4F4F-9355-F41F846D8CDC}" type="pres">
      <dgm:prSet presAssocID="{3CF9C678-CBB5-45AB-95CD-110E470830B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4730E229-1E44-448A-9DF7-9FF7B3F8D71A}" type="pres">
      <dgm:prSet presAssocID="{3CF9C678-CBB5-45AB-95CD-110E470830BF}" presName="spaceRect" presStyleCnt="0"/>
      <dgm:spPr/>
    </dgm:pt>
    <dgm:pt modelId="{A1EE6B36-981A-4508-A2B7-7F656DE0104A}" type="pres">
      <dgm:prSet presAssocID="{3CF9C678-CBB5-45AB-95CD-110E470830BF}" presName="parTx" presStyleLbl="revTx" presStyleIdx="0" presStyleCnt="6">
        <dgm:presLayoutVars>
          <dgm:chMax val="0"/>
          <dgm:chPref val="0"/>
        </dgm:presLayoutVars>
      </dgm:prSet>
      <dgm:spPr/>
    </dgm:pt>
    <dgm:pt modelId="{8805E256-8865-4AB3-85F7-D3E7CC822DC1}" type="pres">
      <dgm:prSet presAssocID="{F5C0B7E2-99EE-452A-BD4B-DDB9E311503A}" presName="sibTrans" presStyleCnt="0"/>
      <dgm:spPr/>
    </dgm:pt>
    <dgm:pt modelId="{B8A16013-08BA-4F8D-912B-7ACFFE8B026F}" type="pres">
      <dgm:prSet presAssocID="{C45CE3BF-B473-407D-AFF5-F082B06A14B6}" presName="compNode" presStyleCnt="0"/>
      <dgm:spPr/>
    </dgm:pt>
    <dgm:pt modelId="{F20A6DF6-C7D3-4AC9-9FF2-9E40E1B71308}" type="pres">
      <dgm:prSet presAssocID="{C45CE3BF-B473-407D-AFF5-F082B06A14B6}" presName="bgRect" presStyleLbl="bgShp" presStyleIdx="1" presStyleCnt="6"/>
      <dgm:spPr/>
    </dgm:pt>
    <dgm:pt modelId="{24A0393D-575C-4ED8-96BD-A57A5FE6A102}" type="pres">
      <dgm:prSet presAssocID="{C45CE3BF-B473-407D-AFF5-F082B06A14B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3C2757E-A836-4C27-9D27-FFF094156599}" type="pres">
      <dgm:prSet presAssocID="{C45CE3BF-B473-407D-AFF5-F082B06A14B6}" presName="spaceRect" presStyleCnt="0"/>
      <dgm:spPr/>
    </dgm:pt>
    <dgm:pt modelId="{AE64AD20-2D52-4240-892E-7EAA804CD00A}" type="pres">
      <dgm:prSet presAssocID="{C45CE3BF-B473-407D-AFF5-F082B06A14B6}" presName="parTx" presStyleLbl="revTx" presStyleIdx="1" presStyleCnt="6">
        <dgm:presLayoutVars>
          <dgm:chMax val="0"/>
          <dgm:chPref val="0"/>
        </dgm:presLayoutVars>
      </dgm:prSet>
      <dgm:spPr/>
    </dgm:pt>
    <dgm:pt modelId="{40D9E531-52A1-4B8F-A37A-787FFAC0C8A2}" type="pres">
      <dgm:prSet presAssocID="{BAB4630B-6268-4834-8E8F-A66B0B5BFE17}" presName="sibTrans" presStyleCnt="0"/>
      <dgm:spPr/>
    </dgm:pt>
    <dgm:pt modelId="{63CE6A9D-5673-47F6-98D0-87DEBAC48B08}" type="pres">
      <dgm:prSet presAssocID="{7A243FBC-AD35-4107-8F74-721929757526}" presName="compNode" presStyleCnt="0"/>
      <dgm:spPr/>
    </dgm:pt>
    <dgm:pt modelId="{BD7295EA-6774-4C78-B0AA-691DEDA92C80}" type="pres">
      <dgm:prSet presAssocID="{7A243FBC-AD35-4107-8F74-721929757526}" presName="bgRect" presStyleLbl="bgShp" presStyleIdx="2" presStyleCnt="6"/>
      <dgm:spPr/>
    </dgm:pt>
    <dgm:pt modelId="{19C80952-0B14-46D7-A34D-D27384155AC7}" type="pres">
      <dgm:prSet presAssocID="{7A243FBC-AD35-4107-8F74-72192975752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C2E1EE1-F569-4E36-A857-8AE983C66398}" type="pres">
      <dgm:prSet presAssocID="{7A243FBC-AD35-4107-8F74-721929757526}" presName="spaceRect" presStyleCnt="0"/>
      <dgm:spPr/>
    </dgm:pt>
    <dgm:pt modelId="{F4133055-FC9C-45E8-A7C9-E48243046BD6}" type="pres">
      <dgm:prSet presAssocID="{7A243FBC-AD35-4107-8F74-721929757526}" presName="parTx" presStyleLbl="revTx" presStyleIdx="2" presStyleCnt="6">
        <dgm:presLayoutVars>
          <dgm:chMax val="0"/>
          <dgm:chPref val="0"/>
        </dgm:presLayoutVars>
      </dgm:prSet>
      <dgm:spPr/>
    </dgm:pt>
    <dgm:pt modelId="{FA51AD16-A2E6-4CD1-8E61-1E4CFD68E2B4}" type="pres">
      <dgm:prSet presAssocID="{7B838A1F-BA75-47B9-B84A-5BFAC91FDCA7}" presName="sibTrans" presStyleCnt="0"/>
      <dgm:spPr/>
    </dgm:pt>
    <dgm:pt modelId="{30591F33-9802-4573-BE19-6FDCF8890E7E}" type="pres">
      <dgm:prSet presAssocID="{9D73EE02-3B93-40C2-AA0A-C06133759355}" presName="compNode" presStyleCnt="0"/>
      <dgm:spPr/>
    </dgm:pt>
    <dgm:pt modelId="{809F7D35-CBEE-4729-992E-758B27FD4650}" type="pres">
      <dgm:prSet presAssocID="{9D73EE02-3B93-40C2-AA0A-C06133759355}" presName="bgRect" presStyleLbl="bgShp" presStyleIdx="3" presStyleCnt="6"/>
      <dgm:spPr/>
    </dgm:pt>
    <dgm:pt modelId="{EEF4FE75-B360-4176-8AA4-262454757DC0}" type="pres">
      <dgm:prSet presAssocID="{9D73EE02-3B93-40C2-AA0A-C0613375935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19C4C89B-B661-4331-AD24-31F26352AF4A}" type="pres">
      <dgm:prSet presAssocID="{9D73EE02-3B93-40C2-AA0A-C06133759355}" presName="spaceRect" presStyleCnt="0"/>
      <dgm:spPr/>
    </dgm:pt>
    <dgm:pt modelId="{56B56EA5-BB2F-47D9-8291-0684F79B8F8F}" type="pres">
      <dgm:prSet presAssocID="{9D73EE02-3B93-40C2-AA0A-C06133759355}" presName="parTx" presStyleLbl="revTx" presStyleIdx="3" presStyleCnt="6">
        <dgm:presLayoutVars>
          <dgm:chMax val="0"/>
          <dgm:chPref val="0"/>
        </dgm:presLayoutVars>
      </dgm:prSet>
      <dgm:spPr/>
    </dgm:pt>
    <dgm:pt modelId="{93795A49-5CFF-4C1A-B3A5-570FCBA2DC1A}" type="pres">
      <dgm:prSet presAssocID="{ABAA8484-A4F9-49B5-864C-ACD0FEB180C1}" presName="sibTrans" presStyleCnt="0"/>
      <dgm:spPr/>
    </dgm:pt>
    <dgm:pt modelId="{06D99AB1-5416-4A63-98A2-0893EF9D647F}" type="pres">
      <dgm:prSet presAssocID="{6BC24B2D-32EE-44E9-87AC-35FC7F935E57}" presName="compNode" presStyleCnt="0"/>
      <dgm:spPr/>
    </dgm:pt>
    <dgm:pt modelId="{D209269A-583E-47AE-8F24-66289C46D687}" type="pres">
      <dgm:prSet presAssocID="{6BC24B2D-32EE-44E9-87AC-35FC7F935E57}" presName="bgRect" presStyleLbl="bgShp" presStyleIdx="4" presStyleCnt="6"/>
      <dgm:spPr/>
    </dgm:pt>
    <dgm:pt modelId="{D244399B-580D-49B6-8901-47246E489D06}" type="pres">
      <dgm:prSet presAssocID="{6BC24B2D-32EE-44E9-87AC-35FC7F935E5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rama"/>
        </a:ext>
      </dgm:extLst>
    </dgm:pt>
    <dgm:pt modelId="{2324E60A-B5C9-4F60-8322-05F303EAF461}" type="pres">
      <dgm:prSet presAssocID="{6BC24B2D-32EE-44E9-87AC-35FC7F935E57}" presName="spaceRect" presStyleCnt="0"/>
      <dgm:spPr/>
    </dgm:pt>
    <dgm:pt modelId="{46932361-25B6-4329-A259-D44B751465D7}" type="pres">
      <dgm:prSet presAssocID="{6BC24B2D-32EE-44E9-87AC-35FC7F935E57}" presName="parTx" presStyleLbl="revTx" presStyleIdx="4" presStyleCnt="6">
        <dgm:presLayoutVars>
          <dgm:chMax val="0"/>
          <dgm:chPref val="0"/>
        </dgm:presLayoutVars>
      </dgm:prSet>
      <dgm:spPr/>
    </dgm:pt>
    <dgm:pt modelId="{B0444DC3-DF42-486D-9856-CDA57E77FA3F}" type="pres">
      <dgm:prSet presAssocID="{6CFA3524-272A-4919-80DC-E987AA601C3F}" presName="sibTrans" presStyleCnt="0"/>
      <dgm:spPr/>
    </dgm:pt>
    <dgm:pt modelId="{CE1962AF-E0BE-4F76-B097-D9CA4C04C119}" type="pres">
      <dgm:prSet presAssocID="{C0EF8339-9344-4A99-B1E4-5FD2FF990951}" presName="compNode" presStyleCnt="0"/>
      <dgm:spPr/>
    </dgm:pt>
    <dgm:pt modelId="{8F2CB195-D858-4539-8963-103665B87CBB}" type="pres">
      <dgm:prSet presAssocID="{C0EF8339-9344-4A99-B1E4-5FD2FF990951}" presName="bgRect" presStyleLbl="bgShp" presStyleIdx="5" presStyleCnt="6"/>
      <dgm:spPr/>
    </dgm:pt>
    <dgm:pt modelId="{A45B7EF4-4D0A-4218-BBD4-227E0FCBEB37}" type="pres">
      <dgm:prSet presAssocID="{C0EF8339-9344-4A99-B1E4-5FD2FF99095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CAA3AF6-EA3E-4D01-985C-D28C8898F72E}" type="pres">
      <dgm:prSet presAssocID="{C0EF8339-9344-4A99-B1E4-5FD2FF990951}" presName="spaceRect" presStyleCnt="0"/>
      <dgm:spPr/>
    </dgm:pt>
    <dgm:pt modelId="{4943066E-79EB-4CBF-B3A3-406C75327730}" type="pres">
      <dgm:prSet presAssocID="{C0EF8339-9344-4A99-B1E4-5FD2FF990951}" presName="parTx" presStyleLbl="revTx" presStyleIdx="5" presStyleCnt="6">
        <dgm:presLayoutVars>
          <dgm:chMax val="0"/>
          <dgm:chPref val="0"/>
        </dgm:presLayoutVars>
      </dgm:prSet>
      <dgm:spPr/>
    </dgm:pt>
  </dgm:ptLst>
  <dgm:cxnLst>
    <dgm:cxn modelId="{0F63E407-777B-4F02-8088-B49560882A5A}" srcId="{08A1034C-2001-4665-B29D-5CA58163F880}" destId="{3CF9C678-CBB5-45AB-95CD-110E470830BF}" srcOrd="0" destOrd="0" parTransId="{DDE2F24E-063D-4647-B427-7A7955852FA9}" sibTransId="{F5C0B7E2-99EE-452A-BD4B-DDB9E311503A}"/>
    <dgm:cxn modelId="{40D2790F-A23E-4EB7-BE79-0D3F6A3547F8}" type="presOf" srcId="{08A1034C-2001-4665-B29D-5CA58163F880}" destId="{FE9167F2-1075-414B-BBC6-91FAA7F1693E}" srcOrd="0" destOrd="0" presId="urn:microsoft.com/office/officeart/2018/2/layout/IconVerticalSolidList"/>
    <dgm:cxn modelId="{84F64527-A4F3-4D65-918E-F4E3F9E22365}" srcId="{08A1034C-2001-4665-B29D-5CA58163F880}" destId="{C45CE3BF-B473-407D-AFF5-F082B06A14B6}" srcOrd="1" destOrd="0" parTransId="{9C9426A9-73BA-4C88-BF42-E556B83120DB}" sibTransId="{BAB4630B-6268-4834-8E8F-A66B0B5BFE17}"/>
    <dgm:cxn modelId="{73B83930-4CFA-4B5A-A9F2-D67349BDB8D7}" srcId="{08A1034C-2001-4665-B29D-5CA58163F880}" destId="{9D73EE02-3B93-40C2-AA0A-C06133759355}" srcOrd="3" destOrd="0" parTransId="{87E45BDB-E060-4843-AA99-1B2E72718CB7}" sibTransId="{ABAA8484-A4F9-49B5-864C-ACD0FEB180C1}"/>
    <dgm:cxn modelId="{F5772436-1909-415A-A188-B7F94C43A4E9}" type="presOf" srcId="{3CF9C678-CBB5-45AB-95CD-110E470830BF}" destId="{A1EE6B36-981A-4508-A2B7-7F656DE0104A}" srcOrd="0" destOrd="0" presId="urn:microsoft.com/office/officeart/2018/2/layout/IconVerticalSolidList"/>
    <dgm:cxn modelId="{3504245A-BEAB-4301-9F63-BA9D92C53442}" type="presOf" srcId="{6BC24B2D-32EE-44E9-87AC-35FC7F935E57}" destId="{46932361-25B6-4329-A259-D44B751465D7}" srcOrd="0" destOrd="0" presId="urn:microsoft.com/office/officeart/2018/2/layout/IconVerticalSolidList"/>
    <dgm:cxn modelId="{E4AE2D6B-E53A-471F-A690-75A038ED7319}" srcId="{08A1034C-2001-4665-B29D-5CA58163F880}" destId="{6BC24B2D-32EE-44E9-87AC-35FC7F935E57}" srcOrd="4" destOrd="0" parTransId="{97321508-BD69-4544-8049-0953255E9B67}" sibTransId="{6CFA3524-272A-4919-80DC-E987AA601C3F}"/>
    <dgm:cxn modelId="{2697FA85-CF56-44C1-B3FC-89CBF043C508}" srcId="{08A1034C-2001-4665-B29D-5CA58163F880}" destId="{7A243FBC-AD35-4107-8F74-721929757526}" srcOrd="2" destOrd="0" parTransId="{ED357439-67AB-4FA6-B9B6-253AAAFBAB25}" sibTransId="{7B838A1F-BA75-47B9-B84A-5BFAC91FDCA7}"/>
    <dgm:cxn modelId="{CD88BA9B-852C-4C07-9C7A-C7C06E5E885C}" type="presOf" srcId="{9D73EE02-3B93-40C2-AA0A-C06133759355}" destId="{56B56EA5-BB2F-47D9-8291-0684F79B8F8F}" srcOrd="0" destOrd="0" presId="urn:microsoft.com/office/officeart/2018/2/layout/IconVerticalSolidList"/>
    <dgm:cxn modelId="{2B8E54A6-A6DE-4C81-99B1-82AFE74BD56B}" type="presOf" srcId="{7A243FBC-AD35-4107-8F74-721929757526}" destId="{F4133055-FC9C-45E8-A7C9-E48243046BD6}" srcOrd="0" destOrd="0" presId="urn:microsoft.com/office/officeart/2018/2/layout/IconVerticalSolidList"/>
    <dgm:cxn modelId="{52FACDD4-D279-4016-A323-864C5D8F1A3F}" type="presOf" srcId="{C0EF8339-9344-4A99-B1E4-5FD2FF990951}" destId="{4943066E-79EB-4CBF-B3A3-406C75327730}" srcOrd="0" destOrd="0" presId="urn:microsoft.com/office/officeart/2018/2/layout/IconVerticalSolidList"/>
    <dgm:cxn modelId="{A1D28EF0-7F0E-4812-A42C-2D388AEC231D}" srcId="{08A1034C-2001-4665-B29D-5CA58163F880}" destId="{C0EF8339-9344-4A99-B1E4-5FD2FF990951}" srcOrd="5" destOrd="0" parTransId="{C7795428-5E1D-43ED-ACE6-D3CE7B7C77F6}" sibTransId="{7CB804C8-FD09-4D87-96E2-D214A0F7332C}"/>
    <dgm:cxn modelId="{31BEAAF8-3424-4A80-9713-AE1C0E0C7DCF}" type="presOf" srcId="{C45CE3BF-B473-407D-AFF5-F082B06A14B6}" destId="{AE64AD20-2D52-4240-892E-7EAA804CD00A}" srcOrd="0" destOrd="0" presId="urn:microsoft.com/office/officeart/2018/2/layout/IconVerticalSolidList"/>
    <dgm:cxn modelId="{01D96A18-1E30-4EA3-B933-9B9F49D412E0}" type="presParOf" srcId="{FE9167F2-1075-414B-BBC6-91FAA7F1693E}" destId="{B71278E3-56C1-4358-A592-95BB9CB0BEC9}" srcOrd="0" destOrd="0" presId="urn:microsoft.com/office/officeart/2018/2/layout/IconVerticalSolidList"/>
    <dgm:cxn modelId="{19FEE875-09EF-47C2-83CE-F74A6E04B9CD}" type="presParOf" srcId="{B71278E3-56C1-4358-A592-95BB9CB0BEC9}" destId="{31C90646-89C2-4893-B970-2378C9A89853}" srcOrd="0" destOrd="0" presId="urn:microsoft.com/office/officeart/2018/2/layout/IconVerticalSolidList"/>
    <dgm:cxn modelId="{9D32CDBD-CE05-4F53-BA63-299E609887E6}" type="presParOf" srcId="{B71278E3-56C1-4358-A592-95BB9CB0BEC9}" destId="{7D29764F-61D5-4F4F-9355-F41F846D8CDC}" srcOrd="1" destOrd="0" presId="urn:microsoft.com/office/officeart/2018/2/layout/IconVerticalSolidList"/>
    <dgm:cxn modelId="{7D0C8792-126F-4CCD-B78F-3AAD623A9135}" type="presParOf" srcId="{B71278E3-56C1-4358-A592-95BB9CB0BEC9}" destId="{4730E229-1E44-448A-9DF7-9FF7B3F8D71A}" srcOrd="2" destOrd="0" presId="urn:microsoft.com/office/officeart/2018/2/layout/IconVerticalSolidList"/>
    <dgm:cxn modelId="{77C1B177-66C3-476D-A294-20BA999ABD35}" type="presParOf" srcId="{B71278E3-56C1-4358-A592-95BB9CB0BEC9}" destId="{A1EE6B36-981A-4508-A2B7-7F656DE0104A}" srcOrd="3" destOrd="0" presId="urn:microsoft.com/office/officeart/2018/2/layout/IconVerticalSolidList"/>
    <dgm:cxn modelId="{CAC1BE9A-C5D1-404A-A7EE-5682C76029D9}" type="presParOf" srcId="{FE9167F2-1075-414B-BBC6-91FAA7F1693E}" destId="{8805E256-8865-4AB3-85F7-D3E7CC822DC1}" srcOrd="1" destOrd="0" presId="urn:microsoft.com/office/officeart/2018/2/layout/IconVerticalSolidList"/>
    <dgm:cxn modelId="{A35E16D8-C1D8-4DD6-B15C-FA6BCB0EB7E4}" type="presParOf" srcId="{FE9167F2-1075-414B-BBC6-91FAA7F1693E}" destId="{B8A16013-08BA-4F8D-912B-7ACFFE8B026F}" srcOrd="2" destOrd="0" presId="urn:microsoft.com/office/officeart/2018/2/layout/IconVerticalSolidList"/>
    <dgm:cxn modelId="{359E2530-C72D-4328-8DEA-36465DDEC355}" type="presParOf" srcId="{B8A16013-08BA-4F8D-912B-7ACFFE8B026F}" destId="{F20A6DF6-C7D3-4AC9-9FF2-9E40E1B71308}" srcOrd="0" destOrd="0" presId="urn:microsoft.com/office/officeart/2018/2/layout/IconVerticalSolidList"/>
    <dgm:cxn modelId="{9199C1D8-049F-42E0-8C5F-EC58DE733988}" type="presParOf" srcId="{B8A16013-08BA-4F8D-912B-7ACFFE8B026F}" destId="{24A0393D-575C-4ED8-96BD-A57A5FE6A102}" srcOrd="1" destOrd="0" presId="urn:microsoft.com/office/officeart/2018/2/layout/IconVerticalSolidList"/>
    <dgm:cxn modelId="{58273D57-4603-4A64-BC86-BA06581C0103}" type="presParOf" srcId="{B8A16013-08BA-4F8D-912B-7ACFFE8B026F}" destId="{A3C2757E-A836-4C27-9D27-FFF094156599}" srcOrd="2" destOrd="0" presId="urn:microsoft.com/office/officeart/2018/2/layout/IconVerticalSolidList"/>
    <dgm:cxn modelId="{82CEA7F5-92D9-4FBC-A814-0E1800EC6B5A}" type="presParOf" srcId="{B8A16013-08BA-4F8D-912B-7ACFFE8B026F}" destId="{AE64AD20-2D52-4240-892E-7EAA804CD00A}" srcOrd="3" destOrd="0" presId="urn:microsoft.com/office/officeart/2018/2/layout/IconVerticalSolidList"/>
    <dgm:cxn modelId="{BF6D870F-809C-4701-B576-48D911356B3F}" type="presParOf" srcId="{FE9167F2-1075-414B-BBC6-91FAA7F1693E}" destId="{40D9E531-52A1-4B8F-A37A-787FFAC0C8A2}" srcOrd="3" destOrd="0" presId="urn:microsoft.com/office/officeart/2018/2/layout/IconVerticalSolidList"/>
    <dgm:cxn modelId="{B38F3219-6717-4FFA-AE3E-CADA466FA3FC}" type="presParOf" srcId="{FE9167F2-1075-414B-BBC6-91FAA7F1693E}" destId="{63CE6A9D-5673-47F6-98D0-87DEBAC48B08}" srcOrd="4" destOrd="0" presId="urn:microsoft.com/office/officeart/2018/2/layout/IconVerticalSolidList"/>
    <dgm:cxn modelId="{06DE5C64-69B4-4BF1-BB34-45D5AE80E038}" type="presParOf" srcId="{63CE6A9D-5673-47F6-98D0-87DEBAC48B08}" destId="{BD7295EA-6774-4C78-B0AA-691DEDA92C80}" srcOrd="0" destOrd="0" presId="urn:microsoft.com/office/officeart/2018/2/layout/IconVerticalSolidList"/>
    <dgm:cxn modelId="{D16F125B-9985-49A1-8879-70786CCA516D}" type="presParOf" srcId="{63CE6A9D-5673-47F6-98D0-87DEBAC48B08}" destId="{19C80952-0B14-46D7-A34D-D27384155AC7}" srcOrd="1" destOrd="0" presId="urn:microsoft.com/office/officeart/2018/2/layout/IconVerticalSolidList"/>
    <dgm:cxn modelId="{9C6D5B97-E90D-4ACC-B92E-B4758B359578}" type="presParOf" srcId="{63CE6A9D-5673-47F6-98D0-87DEBAC48B08}" destId="{6C2E1EE1-F569-4E36-A857-8AE983C66398}" srcOrd="2" destOrd="0" presId="urn:microsoft.com/office/officeart/2018/2/layout/IconVerticalSolidList"/>
    <dgm:cxn modelId="{8C3FF098-4C74-411D-A72E-A1BFA98BB397}" type="presParOf" srcId="{63CE6A9D-5673-47F6-98D0-87DEBAC48B08}" destId="{F4133055-FC9C-45E8-A7C9-E48243046BD6}" srcOrd="3" destOrd="0" presId="urn:microsoft.com/office/officeart/2018/2/layout/IconVerticalSolidList"/>
    <dgm:cxn modelId="{C624B1E1-2F18-4AFF-A06C-5A339D0B303B}" type="presParOf" srcId="{FE9167F2-1075-414B-BBC6-91FAA7F1693E}" destId="{FA51AD16-A2E6-4CD1-8E61-1E4CFD68E2B4}" srcOrd="5" destOrd="0" presId="urn:microsoft.com/office/officeart/2018/2/layout/IconVerticalSolidList"/>
    <dgm:cxn modelId="{D6D81EEA-6373-4ED6-9B4A-5B1D972E221C}" type="presParOf" srcId="{FE9167F2-1075-414B-BBC6-91FAA7F1693E}" destId="{30591F33-9802-4573-BE19-6FDCF8890E7E}" srcOrd="6" destOrd="0" presId="urn:microsoft.com/office/officeart/2018/2/layout/IconVerticalSolidList"/>
    <dgm:cxn modelId="{D935ADC2-515B-4DFC-BB2F-85A0C397D746}" type="presParOf" srcId="{30591F33-9802-4573-BE19-6FDCF8890E7E}" destId="{809F7D35-CBEE-4729-992E-758B27FD4650}" srcOrd="0" destOrd="0" presId="urn:microsoft.com/office/officeart/2018/2/layout/IconVerticalSolidList"/>
    <dgm:cxn modelId="{1A2BB099-4BB1-4554-A672-5BACE8183800}" type="presParOf" srcId="{30591F33-9802-4573-BE19-6FDCF8890E7E}" destId="{EEF4FE75-B360-4176-8AA4-262454757DC0}" srcOrd="1" destOrd="0" presId="urn:microsoft.com/office/officeart/2018/2/layout/IconVerticalSolidList"/>
    <dgm:cxn modelId="{F8262741-442E-49E4-991E-B36A04635BB2}" type="presParOf" srcId="{30591F33-9802-4573-BE19-6FDCF8890E7E}" destId="{19C4C89B-B661-4331-AD24-31F26352AF4A}" srcOrd="2" destOrd="0" presId="urn:microsoft.com/office/officeart/2018/2/layout/IconVerticalSolidList"/>
    <dgm:cxn modelId="{F2646642-EE1B-4E96-A888-24A540FF03FA}" type="presParOf" srcId="{30591F33-9802-4573-BE19-6FDCF8890E7E}" destId="{56B56EA5-BB2F-47D9-8291-0684F79B8F8F}" srcOrd="3" destOrd="0" presId="urn:microsoft.com/office/officeart/2018/2/layout/IconVerticalSolidList"/>
    <dgm:cxn modelId="{C571DA2A-43B6-4159-98CD-3A44530C4E3D}" type="presParOf" srcId="{FE9167F2-1075-414B-BBC6-91FAA7F1693E}" destId="{93795A49-5CFF-4C1A-B3A5-570FCBA2DC1A}" srcOrd="7" destOrd="0" presId="urn:microsoft.com/office/officeart/2018/2/layout/IconVerticalSolidList"/>
    <dgm:cxn modelId="{DFFEC4AE-441D-4E84-9E12-C42AAC58E758}" type="presParOf" srcId="{FE9167F2-1075-414B-BBC6-91FAA7F1693E}" destId="{06D99AB1-5416-4A63-98A2-0893EF9D647F}" srcOrd="8" destOrd="0" presId="urn:microsoft.com/office/officeart/2018/2/layout/IconVerticalSolidList"/>
    <dgm:cxn modelId="{D202DD5D-C106-44BD-B154-B0227942887C}" type="presParOf" srcId="{06D99AB1-5416-4A63-98A2-0893EF9D647F}" destId="{D209269A-583E-47AE-8F24-66289C46D687}" srcOrd="0" destOrd="0" presId="urn:microsoft.com/office/officeart/2018/2/layout/IconVerticalSolidList"/>
    <dgm:cxn modelId="{2F322BB4-BB2E-4FBC-B624-0B2E3D632455}" type="presParOf" srcId="{06D99AB1-5416-4A63-98A2-0893EF9D647F}" destId="{D244399B-580D-49B6-8901-47246E489D06}" srcOrd="1" destOrd="0" presId="urn:microsoft.com/office/officeart/2018/2/layout/IconVerticalSolidList"/>
    <dgm:cxn modelId="{B4AF53FE-DE91-4C0E-BE38-B322256FDB38}" type="presParOf" srcId="{06D99AB1-5416-4A63-98A2-0893EF9D647F}" destId="{2324E60A-B5C9-4F60-8322-05F303EAF461}" srcOrd="2" destOrd="0" presId="urn:microsoft.com/office/officeart/2018/2/layout/IconVerticalSolidList"/>
    <dgm:cxn modelId="{7881A6BF-45C8-4D1E-A9CA-39123E34DAFA}" type="presParOf" srcId="{06D99AB1-5416-4A63-98A2-0893EF9D647F}" destId="{46932361-25B6-4329-A259-D44B751465D7}" srcOrd="3" destOrd="0" presId="urn:microsoft.com/office/officeart/2018/2/layout/IconVerticalSolidList"/>
    <dgm:cxn modelId="{7267B782-3440-4DC7-9E34-C932F6DF694B}" type="presParOf" srcId="{FE9167F2-1075-414B-BBC6-91FAA7F1693E}" destId="{B0444DC3-DF42-486D-9856-CDA57E77FA3F}" srcOrd="9" destOrd="0" presId="urn:microsoft.com/office/officeart/2018/2/layout/IconVerticalSolidList"/>
    <dgm:cxn modelId="{5546DDD6-C218-4C15-AAC4-0AA1152983E7}" type="presParOf" srcId="{FE9167F2-1075-414B-BBC6-91FAA7F1693E}" destId="{CE1962AF-E0BE-4F76-B097-D9CA4C04C119}" srcOrd="10" destOrd="0" presId="urn:microsoft.com/office/officeart/2018/2/layout/IconVerticalSolidList"/>
    <dgm:cxn modelId="{4C2982D3-9FBD-443F-850B-6F2A9508D8ED}" type="presParOf" srcId="{CE1962AF-E0BE-4F76-B097-D9CA4C04C119}" destId="{8F2CB195-D858-4539-8963-103665B87CBB}" srcOrd="0" destOrd="0" presId="urn:microsoft.com/office/officeart/2018/2/layout/IconVerticalSolidList"/>
    <dgm:cxn modelId="{BF2B284D-64C3-4C99-B0A3-82385A60DE50}" type="presParOf" srcId="{CE1962AF-E0BE-4F76-B097-D9CA4C04C119}" destId="{A45B7EF4-4D0A-4218-BBD4-227E0FCBEB37}" srcOrd="1" destOrd="0" presId="urn:microsoft.com/office/officeart/2018/2/layout/IconVerticalSolidList"/>
    <dgm:cxn modelId="{CDDD654B-3F9A-4B0D-85DE-A837E41B161E}" type="presParOf" srcId="{CE1962AF-E0BE-4F76-B097-D9CA4C04C119}" destId="{4CAA3AF6-EA3E-4D01-985C-D28C8898F72E}" srcOrd="2" destOrd="0" presId="urn:microsoft.com/office/officeart/2018/2/layout/IconVerticalSolidList"/>
    <dgm:cxn modelId="{6445F4B9-402F-420F-AD6B-3DA3625DD8A7}" type="presParOf" srcId="{CE1962AF-E0BE-4F76-B097-D9CA4C04C119}" destId="{4943066E-79EB-4CBF-B3A3-406C753277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8D9EEDF-AB22-EA43-9431-2B1C2F6B0198}"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GB"/>
        </a:p>
      </dgm:t>
    </dgm:pt>
    <dgm:pt modelId="{A791C6BB-D3BF-0B48-BA58-2AEA2CF46E6D}">
      <dgm:prSet phldrT="[Text]"/>
      <dgm:spPr/>
      <dgm:t>
        <a:bodyPr/>
        <a:lstStyle/>
        <a:p>
          <a:pPr>
            <a:lnSpc>
              <a:spcPct val="100000"/>
            </a:lnSpc>
            <a:defRPr b="1"/>
          </a:pPr>
          <a:r>
            <a:rPr lang="en-GB" dirty="0">
              <a:solidFill>
                <a:srgbClr val="C00000"/>
              </a:solidFill>
            </a:rPr>
            <a:t>Principles</a:t>
          </a:r>
        </a:p>
      </dgm:t>
    </dgm:pt>
    <dgm:pt modelId="{939A8637-5569-664D-94F5-2ABA817A2E87}" type="parTrans" cxnId="{6B3E8EDE-A61E-A046-90A1-7B7D162B1A40}">
      <dgm:prSet/>
      <dgm:spPr/>
      <dgm:t>
        <a:bodyPr/>
        <a:lstStyle/>
        <a:p>
          <a:endParaRPr lang="en-GB"/>
        </a:p>
      </dgm:t>
    </dgm:pt>
    <dgm:pt modelId="{A12D2D5A-7E8C-F44A-8FDD-087AE9D05D38}" type="sibTrans" cxnId="{6B3E8EDE-A61E-A046-90A1-7B7D162B1A40}">
      <dgm:prSet/>
      <dgm:spPr/>
      <dgm:t>
        <a:bodyPr/>
        <a:lstStyle/>
        <a:p>
          <a:endParaRPr lang="en-GB"/>
        </a:p>
      </dgm:t>
    </dgm:pt>
    <dgm:pt modelId="{7CD59EA7-D33B-1642-9D73-62952B78471A}">
      <dgm:prSet phldrT="[Text]" custT="1"/>
      <dgm:spPr/>
      <dgm:t>
        <a:bodyPr/>
        <a:lstStyle/>
        <a:p>
          <a:pPr>
            <a:lnSpc>
              <a:spcPct val="100000"/>
            </a:lnSpc>
          </a:pPr>
          <a:r>
            <a:rPr lang="en-IN" sz="2000" b="1" i="0" u="none" dirty="0"/>
            <a:t>Economically Interpretable</a:t>
          </a:r>
          <a:endParaRPr lang="en-GB" sz="2000" b="1" dirty="0"/>
        </a:p>
      </dgm:t>
    </dgm:pt>
    <dgm:pt modelId="{CD60C8FF-2AE2-144A-8FDA-60BEA582A5A8}" type="parTrans" cxnId="{240BD332-45FB-BC40-A8BB-C4C5E4AA3B95}">
      <dgm:prSet/>
      <dgm:spPr/>
      <dgm:t>
        <a:bodyPr/>
        <a:lstStyle/>
        <a:p>
          <a:endParaRPr lang="en-GB"/>
        </a:p>
      </dgm:t>
    </dgm:pt>
    <dgm:pt modelId="{B42D6473-0BD8-6441-9EA7-FA93960D3914}" type="sibTrans" cxnId="{240BD332-45FB-BC40-A8BB-C4C5E4AA3B95}">
      <dgm:prSet/>
      <dgm:spPr/>
      <dgm:t>
        <a:bodyPr/>
        <a:lstStyle/>
        <a:p>
          <a:endParaRPr lang="en-GB"/>
        </a:p>
      </dgm:t>
    </dgm:pt>
    <dgm:pt modelId="{1AAC7E66-ACB0-504F-881B-26A4AF1E061D}">
      <dgm:prSet phldrT="[Text]" custT="1"/>
      <dgm:spPr/>
      <dgm:t>
        <a:bodyPr/>
        <a:lstStyle/>
        <a:p>
          <a:pPr>
            <a:lnSpc>
              <a:spcPct val="100000"/>
            </a:lnSpc>
          </a:pPr>
          <a:r>
            <a:rPr lang="en-GB" sz="2000" b="1" dirty="0"/>
            <a:t>Lag safe by construction</a:t>
          </a:r>
        </a:p>
      </dgm:t>
    </dgm:pt>
    <dgm:pt modelId="{12F338A4-194E-5E47-A1A9-272455F97A4F}" type="parTrans" cxnId="{B4098A52-D7FD-7548-BAB1-047569B2BD22}">
      <dgm:prSet/>
      <dgm:spPr/>
      <dgm:t>
        <a:bodyPr/>
        <a:lstStyle/>
        <a:p>
          <a:endParaRPr lang="en-GB"/>
        </a:p>
      </dgm:t>
    </dgm:pt>
    <dgm:pt modelId="{67EE945E-3542-5A44-8FC0-EFE91BE2F5BE}" type="sibTrans" cxnId="{B4098A52-D7FD-7548-BAB1-047569B2BD22}">
      <dgm:prSet/>
      <dgm:spPr/>
      <dgm:t>
        <a:bodyPr/>
        <a:lstStyle/>
        <a:p>
          <a:endParaRPr lang="en-GB"/>
        </a:p>
      </dgm:t>
    </dgm:pt>
    <dgm:pt modelId="{797E15FC-BB23-D74F-9803-1AE5B03E6C38}">
      <dgm:prSet phldrT="[Text]" custT="1"/>
      <dgm:spPr/>
      <dgm:t>
        <a:bodyPr/>
        <a:lstStyle/>
        <a:p>
          <a:pPr>
            <a:lnSpc>
              <a:spcPct val="100000"/>
            </a:lnSpc>
          </a:pPr>
          <a:r>
            <a:rPr lang="en-GB" sz="2000" b="1" dirty="0"/>
            <a:t>Robust to sparsity and zeros</a:t>
          </a:r>
        </a:p>
      </dgm:t>
    </dgm:pt>
    <dgm:pt modelId="{CF4CE401-D6A6-1449-8C38-83CAA6317560}" type="parTrans" cxnId="{3E6CE620-5833-D040-BC4D-E6BC368CD4AD}">
      <dgm:prSet/>
      <dgm:spPr/>
      <dgm:t>
        <a:bodyPr/>
        <a:lstStyle/>
        <a:p>
          <a:endParaRPr lang="en-GB"/>
        </a:p>
      </dgm:t>
    </dgm:pt>
    <dgm:pt modelId="{3B1E0363-8552-8047-89C0-180AC963718A}" type="sibTrans" cxnId="{3E6CE620-5833-D040-BC4D-E6BC368CD4AD}">
      <dgm:prSet/>
      <dgm:spPr/>
      <dgm:t>
        <a:bodyPr/>
        <a:lstStyle/>
        <a:p>
          <a:endParaRPr lang="en-GB"/>
        </a:p>
      </dgm:t>
    </dgm:pt>
    <dgm:pt modelId="{D86D433E-C89A-274E-A6E4-73BA85E11FD4}">
      <dgm:prSet phldrT="[Text]"/>
      <dgm:spPr/>
      <dgm:t>
        <a:bodyPr/>
        <a:lstStyle/>
        <a:p>
          <a:pPr>
            <a:lnSpc>
              <a:spcPct val="100000"/>
            </a:lnSpc>
            <a:defRPr b="1"/>
          </a:pPr>
          <a:r>
            <a:rPr lang="en-GB" dirty="0">
              <a:solidFill>
                <a:srgbClr val="C00000"/>
              </a:solidFill>
            </a:rPr>
            <a:t>Feature Buckets</a:t>
          </a:r>
        </a:p>
      </dgm:t>
    </dgm:pt>
    <dgm:pt modelId="{0469146D-9223-C947-AAAB-E091FC605F14}" type="parTrans" cxnId="{63203016-8D0F-9A47-9770-78D1E96907A2}">
      <dgm:prSet/>
      <dgm:spPr/>
      <dgm:t>
        <a:bodyPr/>
        <a:lstStyle/>
        <a:p>
          <a:endParaRPr lang="en-GB"/>
        </a:p>
      </dgm:t>
    </dgm:pt>
    <dgm:pt modelId="{07E7BA69-7689-C241-8592-592B18FEA2CC}" type="sibTrans" cxnId="{63203016-8D0F-9A47-9770-78D1E96907A2}">
      <dgm:prSet/>
      <dgm:spPr/>
      <dgm:t>
        <a:bodyPr/>
        <a:lstStyle/>
        <a:p>
          <a:endParaRPr lang="en-GB"/>
        </a:p>
      </dgm:t>
    </dgm:pt>
    <dgm:pt modelId="{3BC7D49A-BB96-AD4D-BE3D-81C3D9D09870}">
      <dgm:prSet phldrT="[Text]" custT="1"/>
      <dgm:spPr/>
      <dgm:t>
        <a:bodyPr/>
        <a:lstStyle/>
        <a:p>
          <a:pPr>
            <a:lnSpc>
              <a:spcPct val="100000"/>
            </a:lnSpc>
          </a:pPr>
          <a:r>
            <a:rPr lang="en-IN" sz="2000" b="1" dirty="0"/>
            <a:t>Temporal / Calendar</a:t>
          </a:r>
          <a:endParaRPr lang="en-GB" sz="2000" dirty="0"/>
        </a:p>
      </dgm:t>
    </dgm:pt>
    <dgm:pt modelId="{97BBA219-2185-3047-9570-318439E3A2DF}" type="parTrans" cxnId="{FAB1F8D4-87DC-E84D-9E11-01D62B602EDE}">
      <dgm:prSet/>
      <dgm:spPr/>
      <dgm:t>
        <a:bodyPr/>
        <a:lstStyle/>
        <a:p>
          <a:endParaRPr lang="en-GB"/>
        </a:p>
      </dgm:t>
    </dgm:pt>
    <dgm:pt modelId="{5850A091-8DAD-284C-8E76-D546B039FFF1}" type="sibTrans" cxnId="{FAB1F8D4-87DC-E84D-9E11-01D62B602EDE}">
      <dgm:prSet/>
      <dgm:spPr/>
      <dgm:t>
        <a:bodyPr/>
        <a:lstStyle/>
        <a:p>
          <a:endParaRPr lang="en-GB"/>
        </a:p>
      </dgm:t>
    </dgm:pt>
    <dgm:pt modelId="{EBC5C6AC-D178-A64A-8A4C-DE4B69FF3A9E}">
      <dgm:prSet custT="1"/>
      <dgm:spPr/>
      <dgm:t>
        <a:bodyPr/>
        <a:lstStyle/>
        <a:p>
          <a:pPr>
            <a:lnSpc>
              <a:spcPct val="100000"/>
            </a:lnSpc>
          </a:pPr>
          <a:r>
            <a:rPr lang="en-IN" sz="2000" b="1" dirty="0"/>
            <a:t>Lagged Levels &amp; Memory</a:t>
          </a:r>
          <a:endParaRPr lang="en-IN" sz="2000" dirty="0"/>
        </a:p>
      </dgm:t>
    </dgm:pt>
    <dgm:pt modelId="{929E9A0C-42DA-6F46-A8B1-2CBD49ED3A2D}" type="parTrans" cxnId="{F04A003F-5DE2-9943-A73C-4A9F730C9222}">
      <dgm:prSet/>
      <dgm:spPr/>
      <dgm:t>
        <a:bodyPr/>
        <a:lstStyle/>
        <a:p>
          <a:endParaRPr lang="en-GB"/>
        </a:p>
      </dgm:t>
    </dgm:pt>
    <dgm:pt modelId="{780BF4D3-4B10-0F4E-AAFA-1F70BC90766B}" type="sibTrans" cxnId="{F04A003F-5DE2-9943-A73C-4A9F730C9222}">
      <dgm:prSet/>
      <dgm:spPr/>
      <dgm:t>
        <a:bodyPr/>
        <a:lstStyle/>
        <a:p>
          <a:endParaRPr lang="en-GB"/>
        </a:p>
      </dgm:t>
    </dgm:pt>
    <dgm:pt modelId="{72B8E2BB-4225-584F-8B62-6FC6899E0F5B}">
      <dgm:prSet custT="1"/>
      <dgm:spPr/>
      <dgm:t>
        <a:bodyPr/>
        <a:lstStyle/>
        <a:p>
          <a:pPr>
            <a:lnSpc>
              <a:spcPct val="100000"/>
            </a:lnSpc>
          </a:pPr>
          <a:r>
            <a:rPr lang="en-IN" sz="2000" b="1"/>
            <a:t>Trend &amp; Volatility</a:t>
          </a:r>
          <a:endParaRPr lang="en-IN" sz="2000"/>
        </a:p>
      </dgm:t>
    </dgm:pt>
    <dgm:pt modelId="{C612D518-0BAA-1941-B923-D66DF18960B5}" type="parTrans" cxnId="{7199916A-557C-B946-843B-55C3D02B8F22}">
      <dgm:prSet/>
      <dgm:spPr/>
      <dgm:t>
        <a:bodyPr/>
        <a:lstStyle/>
        <a:p>
          <a:endParaRPr lang="en-GB"/>
        </a:p>
      </dgm:t>
    </dgm:pt>
    <dgm:pt modelId="{4A4410C7-7D16-EC45-840F-04D543DBA27D}" type="sibTrans" cxnId="{7199916A-557C-B946-843B-55C3D02B8F22}">
      <dgm:prSet/>
      <dgm:spPr/>
      <dgm:t>
        <a:bodyPr/>
        <a:lstStyle/>
        <a:p>
          <a:endParaRPr lang="en-GB"/>
        </a:p>
      </dgm:t>
    </dgm:pt>
    <dgm:pt modelId="{502CE92C-9EFA-0F4A-B4D1-496CB9882CCD}">
      <dgm:prSet custT="1"/>
      <dgm:spPr/>
      <dgm:t>
        <a:bodyPr/>
        <a:lstStyle/>
        <a:p>
          <a:pPr>
            <a:lnSpc>
              <a:spcPct val="100000"/>
            </a:lnSpc>
          </a:pPr>
          <a:r>
            <a:rPr lang="en-IN" sz="2000" b="1" dirty="0">
              <a:solidFill>
                <a:srgbClr val="C00000"/>
              </a:solidFill>
            </a:rPr>
            <a:t>Cross-Flow Coupling</a:t>
          </a:r>
          <a:endParaRPr lang="en-IN" sz="2000" dirty="0">
            <a:solidFill>
              <a:srgbClr val="C00000"/>
            </a:solidFill>
          </a:endParaRPr>
        </a:p>
      </dgm:t>
    </dgm:pt>
    <dgm:pt modelId="{45B3A589-099D-5B4D-A797-2C8E0F9A8BC7}" type="parTrans" cxnId="{4531BCE6-EBBC-1340-A8DF-50B8276AD598}">
      <dgm:prSet/>
      <dgm:spPr/>
      <dgm:t>
        <a:bodyPr/>
        <a:lstStyle/>
        <a:p>
          <a:endParaRPr lang="en-GB"/>
        </a:p>
      </dgm:t>
    </dgm:pt>
    <dgm:pt modelId="{388E25F7-B46C-9E47-BB0A-CE5BF3983CA2}" type="sibTrans" cxnId="{4531BCE6-EBBC-1340-A8DF-50B8276AD598}">
      <dgm:prSet/>
      <dgm:spPr/>
      <dgm:t>
        <a:bodyPr/>
        <a:lstStyle/>
        <a:p>
          <a:endParaRPr lang="en-GB"/>
        </a:p>
      </dgm:t>
    </dgm:pt>
    <dgm:pt modelId="{22107D6C-810E-C44A-8032-F574DFD65A74}">
      <dgm:prSet custT="1"/>
      <dgm:spPr/>
      <dgm:t>
        <a:bodyPr/>
        <a:lstStyle/>
        <a:p>
          <a:pPr>
            <a:lnSpc>
              <a:spcPct val="100000"/>
            </a:lnSpc>
          </a:pPr>
          <a:r>
            <a:rPr lang="en-IN" sz="2000" b="1" dirty="0">
              <a:solidFill>
                <a:srgbClr val="C00000"/>
              </a:solidFill>
            </a:rPr>
            <a:t>Macro Signals </a:t>
          </a:r>
          <a:endParaRPr lang="en-IN" sz="2000" dirty="0">
            <a:solidFill>
              <a:srgbClr val="C00000"/>
            </a:solidFill>
          </a:endParaRPr>
        </a:p>
      </dgm:t>
    </dgm:pt>
    <dgm:pt modelId="{B408F1E2-7D40-1B45-8940-826FD52A6F70}" type="parTrans" cxnId="{C527DAAC-5C05-4D45-B766-80A3FB473BA6}">
      <dgm:prSet/>
      <dgm:spPr/>
      <dgm:t>
        <a:bodyPr/>
        <a:lstStyle/>
        <a:p>
          <a:endParaRPr lang="en-GB"/>
        </a:p>
      </dgm:t>
    </dgm:pt>
    <dgm:pt modelId="{FB93EB51-4DC8-D14B-A23C-23A21A66EA81}" type="sibTrans" cxnId="{C527DAAC-5C05-4D45-B766-80A3FB473BA6}">
      <dgm:prSet/>
      <dgm:spPr/>
      <dgm:t>
        <a:bodyPr/>
        <a:lstStyle/>
        <a:p>
          <a:endParaRPr lang="en-GB"/>
        </a:p>
      </dgm:t>
    </dgm:pt>
    <dgm:pt modelId="{E431BD4F-250C-F949-9BA4-A2999C28D4AA}">
      <dgm:prSet custT="1"/>
      <dgm:spPr/>
      <dgm:t>
        <a:bodyPr/>
        <a:lstStyle/>
        <a:p>
          <a:pPr>
            <a:lnSpc>
              <a:spcPct val="100000"/>
            </a:lnSpc>
          </a:pPr>
          <a:r>
            <a:rPr lang="en-IN" sz="2000" b="1" dirty="0"/>
            <a:t>Activity &amp; Zero Dynamics</a:t>
          </a:r>
          <a:endParaRPr lang="en-IN" sz="2000" dirty="0"/>
        </a:p>
      </dgm:t>
    </dgm:pt>
    <dgm:pt modelId="{AD219F81-E79D-654B-81CA-68BE005CFB3F}" type="parTrans" cxnId="{F5BCAA1D-714E-5F42-A48F-B0187A3EC222}">
      <dgm:prSet/>
      <dgm:spPr/>
      <dgm:t>
        <a:bodyPr/>
        <a:lstStyle/>
        <a:p>
          <a:endParaRPr lang="en-GB"/>
        </a:p>
      </dgm:t>
    </dgm:pt>
    <dgm:pt modelId="{BC8AC588-F136-5E4A-8628-FB21EC2B440B}" type="sibTrans" cxnId="{F5BCAA1D-714E-5F42-A48F-B0187A3EC222}">
      <dgm:prSet/>
      <dgm:spPr/>
      <dgm:t>
        <a:bodyPr/>
        <a:lstStyle/>
        <a:p>
          <a:endParaRPr lang="en-GB"/>
        </a:p>
      </dgm:t>
    </dgm:pt>
    <dgm:pt modelId="{C849E9BF-09E2-8040-8B19-AD5ACA909F42}">
      <dgm:prSet phldrT="[Text]" custT="1"/>
      <dgm:spPr/>
      <dgm:t>
        <a:bodyPr/>
        <a:lstStyle/>
        <a:p>
          <a:pPr>
            <a:lnSpc>
              <a:spcPct val="100000"/>
            </a:lnSpc>
          </a:pPr>
          <a:r>
            <a:rPr lang="en-GB" sz="2000" b="1" dirty="0"/>
            <a:t>Segment and horizon aware</a:t>
          </a:r>
        </a:p>
      </dgm:t>
    </dgm:pt>
    <dgm:pt modelId="{EFCC105D-0D83-A444-B9BB-392676AD4CA8}" type="parTrans" cxnId="{C7A31E1B-90C9-9E49-BEC8-5DBC186EEA5A}">
      <dgm:prSet/>
      <dgm:spPr/>
      <dgm:t>
        <a:bodyPr/>
        <a:lstStyle/>
        <a:p>
          <a:endParaRPr lang="en-GB"/>
        </a:p>
      </dgm:t>
    </dgm:pt>
    <dgm:pt modelId="{11EB405F-4A7F-A54D-A38E-4EE128D0E3C5}" type="sibTrans" cxnId="{C7A31E1B-90C9-9E49-BEC8-5DBC186EEA5A}">
      <dgm:prSet/>
      <dgm:spPr/>
      <dgm:t>
        <a:bodyPr/>
        <a:lstStyle/>
        <a:p>
          <a:endParaRPr lang="en-GB"/>
        </a:p>
      </dgm:t>
    </dgm:pt>
    <dgm:pt modelId="{A576BEFE-8D60-44E9-92BC-DDF0560A1023}" type="pres">
      <dgm:prSet presAssocID="{B8D9EEDF-AB22-EA43-9431-2B1C2F6B0198}" presName="root" presStyleCnt="0">
        <dgm:presLayoutVars>
          <dgm:dir/>
          <dgm:resizeHandles val="exact"/>
        </dgm:presLayoutVars>
      </dgm:prSet>
      <dgm:spPr/>
    </dgm:pt>
    <dgm:pt modelId="{8F0E504A-E97F-4B59-96B4-39901453CCDD}" type="pres">
      <dgm:prSet presAssocID="{A791C6BB-D3BF-0B48-BA58-2AEA2CF46E6D}" presName="compNode" presStyleCnt="0"/>
      <dgm:spPr/>
    </dgm:pt>
    <dgm:pt modelId="{AF30675A-8177-439E-84C2-5578F64E5B7B}" type="pres">
      <dgm:prSet presAssocID="{A791C6BB-D3BF-0B48-BA58-2AEA2CF46E6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EF2A50BE-76E1-48CF-96FC-BC420ED9D950}" type="pres">
      <dgm:prSet presAssocID="{A791C6BB-D3BF-0B48-BA58-2AEA2CF46E6D}" presName="iconSpace" presStyleCnt="0"/>
      <dgm:spPr/>
    </dgm:pt>
    <dgm:pt modelId="{AF447C9B-C58C-4E15-A5F5-703D610F1201}" type="pres">
      <dgm:prSet presAssocID="{A791C6BB-D3BF-0B48-BA58-2AEA2CF46E6D}" presName="parTx" presStyleLbl="revTx" presStyleIdx="0" presStyleCnt="4">
        <dgm:presLayoutVars>
          <dgm:chMax val="0"/>
          <dgm:chPref val="0"/>
        </dgm:presLayoutVars>
      </dgm:prSet>
      <dgm:spPr/>
    </dgm:pt>
    <dgm:pt modelId="{CE551341-277B-4FD9-9E35-8DD0A543C8F5}" type="pres">
      <dgm:prSet presAssocID="{A791C6BB-D3BF-0B48-BA58-2AEA2CF46E6D}" presName="txSpace" presStyleCnt="0"/>
      <dgm:spPr/>
    </dgm:pt>
    <dgm:pt modelId="{CB3FF1D2-D96D-4909-A568-8FC1ABB36373}" type="pres">
      <dgm:prSet presAssocID="{A791C6BB-D3BF-0B48-BA58-2AEA2CF46E6D}" presName="desTx" presStyleLbl="revTx" presStyleIdx="1" presStyleCnt="4">
        <dgm:presLayoutVars/>
      </dgm:prSet>
      <dgm:spPr/>
    </dgm:pt>
    <dgm:pt modelId="{5410CD90-4101-4249-90EC-6F2CDA45B5F9}" type="pres">
      <dgm:prSet presAssocID="{A12D2D5A-7E8C-F44A-8FDD-087AE9D05D38}" presName="sibTrans" presStyleCnt="0"/>
      <dgm:spPr/>
    </dgm:pt>
    <dgm:pt modelId="{2ADC437B-907B-445C-A7B8-5397BEB446AD}" type="pres">
      <dgm:prSet presAssocID="{D86D433E-C89A-274E-A6E4-73BA85E11FD4}" presName="compNode" presStyleCnt="0"/>
      <dgm:spPr/>
    </dgm:pt>
    <dgm:pt modelId="{8C1A370D-039F-45E8-9044-4D5753B6C3BB}" type="pres">
      <dgm:prSet presAssocID="{D86D433E-C89A-274E-A6E4-73BA85E11FD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thly calendar"/>
        </a:ext>
      </dgm:extLst>
    </dgm:pt>
    <dgm:pt modelId="{C8D6F435-646F-43FE-89BB-0AA862707437}" type="pres">
      <dgm:prSet presAssocID="{D86D433E-C89A-274E-A6E4-73BA85E11FD4}" presName="iconSpace" presStyleCnt="0"/>
      <dgm:spPr/>
    </dgm:pt>
    <dgm:pt modelId="{DDB9CB23-1B10-4AD7-8DC4-86EAEAE5D430}" type="pres">
      <dgm:prSet presAssocID="{D86D433E-C89A-274E-A6E4-73BA85E11FD4}" presName="parTx" presStyleLbl="revTx" presStyleIdx="2" presStyleCnt="4">
        <dgm:presLayoutVars>
          <dgm:chMax val="0"/>
          <dgm:chPref val="0"/>
        </dgm:presLayoutVars>
      </dgm:prSet>
      <dgm:spPr/>
    </dgm:pt>
    <dgm:pt modelId="{66B2D137-CD46-4567-A3B6-CF3E77FD2AF5}" type="pres">
      <dgm:prSet presAssocID="{D86D433E-C89A-274E-A6E4-73BA85E11FD4}" presName="txSpace" presStyleCnt="0"/>
      <dgm:spPr/>
    </dgm:pt>
    <dgm:pt modelId="{1D43FCE4-403F-4670-8663-A8FF370A91E5}" type="pres">
      <dgm:prSet presAssocID="{D86D433E-C89A-274E-A6E4-73BA85E11FD4}" presName="desTx" presStyleLbl="revTx" presStyleIdx="3" presStyleCnt="4">
        <dgm:presLayoutVars/>
      </dgm:prSet>
      <dgm:spPr/>
    </dgm:pt>
  </dgm:ptLst>
  <dgm:cxnLst>
    <dgm:cxn modelId="{63203016-8D0F-9A47-9770-78D1E96907A2}" srcId="{B8D9EEDF-AB22-EA43-9431-2B1C2F6B0198}" destId="{D86D433E-C89A-274E-A6E4-73BA85E11FD4}" srcOrd="1" destOrd="0" parTransId="{0469146D-9223-C947-AAAB-E091FC605F14}" sibTransId="{07E7BA69-7689-C241-8592-592B18FEA2CC}"/>
    <dgm:cxn modelId="{F0148719-7505-C248-8861-03C4B8A58EDB}" type="presOf" srcId="{3BC7D49A-BB96-AD4D-BE3D-81C3D9D09870}" destId="{1D43FCE4-403F-4670-8663-A8FF370A91E5}" srcOrd="0" destOrd="0" presId="urn:microsoft.com/office/officeart/2018/2/layout/IconLabelDescriptionList"/>
    <dgm:cxn modelId="{C7A31E1B-90C9-9E49-BEC8-5DBC186EEA5A}" srcId="{A791C6BB-D3BF-0B48-BA58-2AEA2CF46E6D}" destId="{C849E9BF-09E2-8040-8B19-AD5ACA909F42}" srcOrd="3" destOrd="0" parTransId="{EFCC105D-0D83-A444-B9BB-392676AD4CA8}" sibTransId="{11EB405F-4A7F-A54D-A38E-4EE128D0E3C5}"/>
    <dgm:cxn modelId="{F5BCAA1D-714E-5F42-A48F-B0187A3EC222}" srcId="{D86D433E-C89A-274E-A6E4-73BA85E11FD4}" destId="{E431BD4F-250C-F949-9BA4-A2999C28D4AA}" srcOrd="5" destOrd="0" parTransId="{AD219F81-E79D-654B-81CA-68BE005CFB3F}" sibTransId="{BC8AC588-F136-5E4A-8628-FB21EC2B440B}"/>
    <dgm:cxn modelId="{3E6CE620-5833-D040-BC4D-E6BC368CD4AD}" srcId="{A791C6BB-D3BF-0B48-BA58-2AEA2CF46E6D}" destId="{797E15FC-BB23-D74F-9803-1AE5B03E6C38}" srcOrd="2" destOrd="0" parTransId="{CF4CE401-D6A6-1449-8C38-83CAA6317560}" sibTransId="{3B1E0363-8552-8047-89C0-180AC963718A}"/>
    <dgm:cxn modelId="{BC7DCD29-9CAB-6446-873C-F92CA08E264A}" type="presOf" srcId="{72B8E2BB-4225-584F-8B62-6FC6899E0F5B}" destId="{1D43FCE4-403F-4670-8663-A8FF370A91E5}" srcOrd="0" destOrd="2" presId="urn:microsoft.com/office/officeart/2018/2/layout/IconLabelDescriptionList"/>
    <dgm:cxn modelId="{240BD332-45FB-BC40-A8BB-C4C5E4AA3B95}" srcId="{A791C6BB-D3BF-0B48-BA58-2AEA2CF46E6D}" destId="{7CD59EA7-D33B-1642-9D73-62952B78471A}" srcOrd="0" destOrd="0" parTransId="{CD60C8FF-2AE2-144A-8FDA-60BEA582A5A8}" sibTransId="{B42D6473-0BD8-6441-9EA7-FA93960D3914}"/>
    <dgm:cxn modelId="{6BA17F3C-D7BE-F241-91C3-BD2732F9D5EC}" type="presOf" srcId="{1AAC7E66-ACB0-504F-881B-26A4AF1E061D}" destId="{CB3FF1D2-D96D-4909-A568-8FC1ABB36373}" srcOrd="0" destOrd="1" presId="urn:microsoft.com/office/officeart/2018/2/layout/IconLabelDescriptionList"/>
    <dgm:cxn modelId="{F04A003F-5DE2-9943-A73C-4A9F730C9222}" srcId="{D86D433E-C89A-274E-A6E4-73BA85E11FD4}" destId="{EBC5C6AC-D178-A64A-8A4C-DE4B69FF3A9E}" srcOrd="1" destOrd="0" parTransId="{929E9A0C-42DA-6F46-A8B1-2CBD49ED3A2D}" sibTransId="{780BF4D3-4B10-0F4E-AAFA-1F70BC90766B}"/>
    <dgm:cxn modelId="{F67E7643-0E56-D84D-BF59-907C7E2C44EE}" type="presOf" srcId="{7CD59EA7-D33B-1642-9D73-62952B78471A}" destId="{CB3FF1D2-D96D-4909-A568-8FC1ABB36373}" srcOrd="0" destOrd="0" presId="urn:microsoft.com/office/officeart/2018/2/layout/IconLabelDescriptionList"/>
    <dgm:cxn modelId="{D4EDDE4C-199A-E343-85D0-75EA91A31929}" type="presOf" srcId="{C849E9BF-09E2-8040-8B19-AD5ACA909F42}" destId="{CB3FF1D2-D96D-4909-A568-8FC1ABB36373}" srcOrd="0" destOrd="3" presId="urn:microsoft.com/office/officeart/2018/2/layout/IconLabelDescriptionList"/>
    <dgm:cxn modelId="{0A6C804E-A102-9442-B160-B2B833F3E5C5}" type="presOf" srcId="{B8D9EEDF-AB22-EA43-9431-2B1C2F6B0198}" destId="{A576BEFE-8D60-44E9-92BC-DDF0560A1023}" srcOrd="0" destOrd="0" presId="urn:microsoft.com/office/officeart/2018/2/layout/IconLabelDescriptionList"/>
    <dgm:cxn modelId="{B4098A52-D7FD-7548-BAB1-047569B2BD22}" srcId="{A791C6BB-D3BF-0B48-BA58-2AEA2CF46E6D}" destId="{1AAC7E66-ACB0-504F-881B-26A4AF1E061D}" srcOrd="1" destOrd="0" parTransId="{12F338A4-194E-5E47-A1A9-272455F97A4F}" sibTransId="{67EE945E-3542-5A44-8FC0-EFE91BE2F5BE}"/>
    <dgm:cxn modelId="{7199916A-557C-B946-843B-55C3D02B8F22}" srcId="{D86D433E-C89A-274E-A6E4-73BA85E11FD4}" destId="{72B8E2BB-4225-584F-8B62-6FC6899E0F5B}" srcOrd="2" destOrd="0" parTransId="{C612D518-0BAA-1941-B923-D66DF18960B5}" sibTransId="{4A4410C7-7D16-EC45-840F-04D543DBA27D}"/>
    <dgm:cxn modelId="{EF689779-6140-5B40-9B8A-48A9E4AAFC43}" type="presOf" srcId="{E431BD4F-250C-F949-9BA4-A2999C28D4AA}" destId="{1D43FCE4-403F-4670-8663-A8FF370A91E5}" srcOrd="0" destOrd="5" presId="urn:microsoft.com/office/officeart/2018/2/layout/IconLabelDescriptionList"/>
    <dgm:cxn modelId="{E8EEE97F-1EF2-0F46-8976-508A176FADC1}" type="presOf" srcId="{EBC5C6AC-D178-A64A-8A4C-DE4B69FF3A9E}" destId="{1D43FCE4-403F-4670-8663-A8FF370A91E5}" srcOrd="0" destOrd="1" presId="urn:microsoft.com/office/officeart/2018/2/layout/IconLabelDescriptionList"/>
    <dgm:cxn modelId="{16166286-A385-064D-B483-F198AB2AD818}" type="presOf" srcId="{502CE92C-9EFA-0F4A-B4D1-496CB9882CCD}" destId="{1D43FCE4-403F-4670-8663-A8FF370A91E5}" srcOrd="0" destOrd="3" presId="urn:microsoft.com/office/officeart/2018/2/layout/IconLabelDescriptionList"/>
    <dgm:cxn modelId="{C527DAAC-5C05-4D45-B766-80A3FB473BA6}" srcId="{D86D433E-C89A-274E-A6E4-73BA85E11FD4}" destId="{22107D6C-810E-C44A-8032-F574DFD65A74}" srcOrd="4" destOrd="0" parTransId="{B408F1E2-7D40-1B45-8940-826FD52A6F70}" sibTransId="{FB93EB51-4DC8-D14B-A23C-23A21A66EA81}"/>
    <dgm:cxn modelId="{801780B4-9F25-3442-A549-DE3076258DEF}" type="presOf" srcId="{22107D6C-810E-C44A-8032-F574DFD65A74}" destId="{1D43FCE4-403F-4670-8663-A8FF370A91E5}" srcOrd="0" destOrd="4" presId="urn:microsoft.com/office/officeart/2018/2/layout/IconLabelDescriptionList"/>
    <dgm:cxn modelId="{BB840DB6-F5DE-1E41-A152-5443E5F2CD69}" type="presOf" srcId="{D86D433E-C89A-274E-A6E4-73BA85E11FD4}" destId="{DDB9CB23-1B10-4AD7-8DC4-86EAEAE5D430}" srcOrd="0" destOrd="0" presId="urn:microsoft.com/office/officeart/2018/2/layout/IconLabelDescriptionList"/>
    <dgm:cxn modelId="{FAB1F8D4-87DC-E84D-9E11-01D62B602EDE}" srcId="{D86D433E-C89A-274E-A6E4-73BA85E11FD4}" destId="{3BC7D49A-BB96-AD4D-BE3D-81C3D9D09870}" srcOrd="0" destOrd="0" parTransId="{97BBA219-2185-3047-9570-318439E3A2DF}" sibTransId="{5850A091-8DAD-284C-8E76-D546B039FFF1}"/>
    <dgm:cxn modelId="{6B3E8EDE-A61E-A046-90A1-7B7D162B1A40}" srcId="{B8D9EEDF-AB22-EA43-9431-2B1C2F6B0198}" destId="{A791C6BB-D3BF-0B48-BA58-2AEA2CF46E6D}" srcOrd="0" destOrd="0" parTransId="{939A8637-5569-664D-94F5-2ABA817A2E87}" sibTransId="{A12D2D5A-7E8C-F44A-8FDD-087AE9D05D38}"/>
    <dgm:cxn modelId="{4531BCE6-EBBC-1340-A8DF-50B8276AD598}" srcId="{D86D433E-C89A-274E-A6E4-73BA85E11FD4}" destId="{502CE92C-9EFA-0F4A-B4D1-496CB9882CCD}" srcOrd="3" destOrd="0" parTransId="{45B3A589-099D-5B4D-A797-2C8E0F9A8BC7}" sibTransId="{388E25F7-B46C-9E47-BB0A-CE5BF3983CA2}"/>
    <dgm:cxn modelId="{3E1836F9-C3D6-4A4E-AB50-2A9C45503192}" type="presOf" srcId="{797E15FC-BB23-D74F-9803-1AE5B03E6C38}" destId="{CB3FF1D2-D96D-4909-A568-8FC1ABB36373}" srcOrd="0" destOrd="2" presId="urn:microsoft.com/office/officeart/2018/2/layout/IconLabelDescriptionList"/>
    <dgm:cxn modelId="{01A96EFC-891A-4D49-9B89-862DE372B9EC}" type="presOf" srcId="{A791C6BB-D3BF-0B48-BA58-2AEA2CF46E6D}" destId="{AF447C9B-C58C-4E15-A5F5-703D610F1201}" srcOrd="0" destOrd="0" presId="urn:microsoft.com/office/officeart/2018/2/layout/IconLabelDescriptionList"/>
    <dgm:cxn modelId="{5D32DD02-935B-F14F-A52D-4A303D8C3015}" type="presParOf" srcId="{A576BEFE-8D60-44E9-92BC-DDF0560A1023}" destId="{8F0E504A-E97F-4B59-96B4-39901453CCDD}" srcOrd="0" destOrd="0" presId="urn:microsoft.com/office/officeart/2018/2/layout/IconLabelDescriptionList"/>
    <dgm:cxn modelId="{F5A87C22-4569-B646-9D4C-58C2C27DEA13}" type="presParOf" srcId="{8F0E504A-E97F-4B59-96B4-39901453CCDD}" destId="{AF30675A-8177-439E-84C2-5578F64E5B7B}" srcOrd="0" destOrd="0" presId="urn:microsoft.com/office/officeart/2018/2/layout/IconLabelDescriptionList"/>
    <dgm:cxn modelId="{4CA7522D-5CEC-9D4C-A6D4-F64A07A43994}" type="presParOf" srcId="{8F0E504A-E97F-4B59-96B4-39901453CCDD}" destId="{EF2A50BE-76E1-48CF-96FC-BC420ED9D950}" srcOrd="1" destOrd="0" presId="urn:microsoft.com/office/officeart/2018/2/layout/IconLabelDescriptionList"/>
    <dgm:cxn modelId="{C91470EE-ACDD-324F-A7E7-D8E81E41D04F}" type="presParOf" srcId="{8F0E504A-E97F-4B59-96B4-39901453CCDD}" destId="{AF447C9B-C58C-4E15-A5F5-703D610F1201}" srcOrd="2" destOrd="0" presId="urn:microsoft.com/office/officeart/2018/2/layout/IconLabelDescriptionList"/>
    <dgm:cxn modelId="{272FEFA1-A660-AE4D-9EBC-1A00878F1D06}" type="presParOf" srcId="{8F0E504A-E97F-4B59-96B4-39901453CCDD}" destId="{CE551341-277B-4FD9-9E35-8DD0A543C8F5}" srcOrd="3" destOrd="0" presId="urn:microsoft.com/office/officeart/2018/2/layout/IconLabelDescriptionList"/>
    <dgm:cxn modelId="{025AFF94-6334-1C48-914A-BE296ABB1BDB}" type="presParOf" srcId="{8F0E504A-E97F-4B59-96B4-39901453CCDD}" destId="{CB3FF1D2-D96D-4909-A568-8FC1ABB36373}" srcOrd="4" destOrd="0" presId="urn:microsoft.com/office/officeart/2018/2/layout/IconLabelDescriptionList"/>
    <dgm:cxn modelId="{21576737-59E5-DF42-80C7-6F351B1DDCE3}" type="presParOf" srcId="{A576BEFE-8D60-44E9-92BC-DDF0560A1023}" destId="{5410CD90-4101-4249-90EC-6F2CDA45B5F9}" srcOrd="1" destOrd="0" presId="urn:microsoft.com/office/officeart/2018/2/layout/IconLabelDescriptionList"/>
    <dgm:cxn modelId="{6892D3AD-16DA-F14B-ADF4-F63D464A31C4}" type="presParOf" srcId="{A576BEFE-8D60-44E9-92BC-DDF0560A1023}" destId="{2ADC437B-907B-445C-A7B8-5397BEB446AD}" srcOrd="2" destOrd="0" presId="urn:microsoft.com/office/officeart/2018/2/layout/IconLabelDescriptionList"/>
    <dgm:cxn modelId="{712B535B-B662-0B40-BA7E-C980B3854B73}" type="presParOf" srcId="{2ADC437B-907B-445C-A7B8-5397BEB446AD}" destId="{8C1A370D-039F-45E8-9044-4D5753B6C3BB}" srcOrd="0" destOrd="0" presId="urn:microsoft.com/office/officeart/2018/2/layout/IconLabelDescriptionList"/>
    <dgm:cxn modelId="{6E8AF80F-00A3-5C4A-A7CD-55B0B3BFF9E1}" type="presParOf" srcId="{2ADC437B-907B-445C-A7B8-5397BEB446AD}" destId="{C8D6F435-646F-43FE-89BB-0AA862707437}" srcOrd="1" destOrd="0" presId="urn:microsoft.com/office/officeart/2018/2/layout/IconLabelDescriptionList"/>
    <dgm:cxn modelId="{4DFBDEF9-DB3F-C748-8F31-F44C7064A07B}" type="presParOf" srcId="{2ADC437B-907B-445C-A7B8-5397BEB446AD}" destId="{DDB9CB23-1B10-4AD7-8DC4-86EAEAE5D430}" srcOrd="2" destOrd="0" presId="urn:microsoft.com/office/officeart/2018/2/layout/IconLabelDescriptionList"/>
    <dgm:cxn modelId="{DDB3E29C-B836-BF4A-B271-8711BE226D29}" type="presParOf" srcId="{2ADC437B-907B-445C-A7B8-5397BEB446AD}" destId="{66B2D137-CD46-4567-A3B6-CF3E77FD2AF5}" srcOrd="3" destOrd="0" presId="urn:microsoft.com/office/officeart/2018/2/layout/IconLabelDescriptionList"/>
    <dgm:cxn modelId="{926057CA-EABF-4441-A946-1F0BA1C20B5B}" type="presParOf" srcId="{2ADC437B-907B-445C-A7B8-5397BEB446AD}" destId="{1D43FCE4-403F-4670-8663-A8FF370A91E5}"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8A1034C-2001-4665-B29D-5CA58163F8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9C678-CBB5-45AB-95CD-110E470830BF}">
      <dgm:prSet custT="1"/>
      <dgm:spPr/>
      <dgm:t>
        <a:bodyPr/>
        <a:lstStyle/>
        <a:p>
          <a:pPr>
            <a:lnSpc>
              <a:spcPct val="100000"/>
            </a:lnSpc>
          </a:pPr>
          <a:r>
            <a:rPr lang="en-US" sz="2400" dirty="0">
              <a:solidFill>
                <a:srgbClr val="C00000"/>
              </a:solidFill>
            </a:rPr>
            <a:t>Brief on Challenge – as I understood it</a:t>
          </a:r>
        </a:p>
      </dgm:t>
    </dgm:pt>
    <dgm:pt modelId="{DDE2F24E-063D-4647-B427-7A7955852FA9}" type="parTrans" cxnId="{0F63E407-777B-4F02-8088-B49560882A5A}">
      <dgm:prSet/>
      <dgm:spPr/>
      <dgm:t>
        <a:bodyPr/>
        <a:lstStyle/>
        <a:p>
          <a:endParaRPr lang="en-US" sz="2400"/>
        </a:p>
      </dgm:t>
    </dgm:pt>
    <dgm:pt modelId="{F5C0B7E2-99EE-452A-BD4B-DDB9E311503A}" type="sibTrans" cxnId="{0F63E407-777B-4F02-8088-B49560882A5A}">
      <dgm:prSet/>
      <dgm:spPr/>
      <dgm:t>
        <a:bodyPr/>
        <a:lstStyle/>
        <a:p>
          <a:endParaRPr lang="en-US" sz="2400"/>
        </a:p>
      </dgm:t>
    </dgm:pt>
    <dgm:pt modelId="{C45CE3BF-B473-407D-AFF5-F082B06A14B6}">
      <dgm:prSet custT="1"/>
      <dgm:spPr/>
      <dgm:t>
        <a:bodyPr/>
        <a:lstStyle/>
        <a:p>
          <a:pPr>
            <a:lnSpc>
              <a:spcPct val="100000"/>
            </a:lnSpc>
          </a:pPr>
          <a:r>
            <a:rPr lang="en-US" sz="2400" dirty="0">
              <a:solidFill>
                <a:srgbClr val="C00000"/>
              </a:solidFill>
            </a:rPr>
            <a:t>Data preparation</a:t>
          </a:r>
        </a:p>
      </dgm:t>
    </dgm:pt>
    <dgm:pt modelId="{9C9426A9-73BA-4C88-BF42-E556B83120DB}" type="parTrans" cxnId="{84F64527-A4F3-4D65-918E-F4E3F9E22365}">
      <dgm:prSet/>
      <dgm:spPr/>
      <dgm:t>
        <a:bodyPr/>
        <a:lstStyle/>
        <a:p>
          <a:endParaRPr lang="en-US" sz="2400"/>
        </a:p>
      </dgm:t>
    </dgm:pt>
    <dgm:pt modelId="{BAB4630B-6268-4834-8E8F-A66B0B5BFE17}" type="sibTrans" cxnId="{84F64527-A4F3-4D65-918E-F4E3F9E22365}">
      <dgm:prSet/>
      <dgm:spPr/>
      <dgm:t>
        <a:bodyPr/>
        <a:lstStyle/>
        <a:p>
          <a:endParaRPr lang="en-US" sz="2400"/>
        </a:p>
      </dgm:t>
    </dgm:pt>
    <dgm:pt modelId="{7A243FBC-AD35-4107-8F74-721929757526}">
      <dgm:prSet custT="1"/>
      <dgm:spPr/>
      <dgm:t>
        <a:bodyPr/>
        <a:lstStyle/>
        <a:p>
          <a:pPr>
            <a:lnSpc>
              <a:spcPct val="100000"/>
            </a:lnSpc>
          </a:pPr>
          <a:r>
            <a:rPr lang="en-US" sz="2400" dirty="0">
              <a:solidFill>
                <a:srgbClr val="C00000"/>
              </a:solidFill>
            </a:rPr>
            <a:t>Feature engineering</a:t>
          </a:r>
        </a:p>
      </dgm:t>
    </dgm:pt>
    <dgm:pt modelId="{ED357439-67AB-4FA6-B9B6-253AAAFBAB25}" type="parTrans" cxnId="{2697FA85-CF56-44C1-B3FC-89CBF043C508}">
      <dgm:prSet/>
      <dgm:spPr/>
      <dgm:t>
        <a:bodyPr/>
        <a:lstStyle/>
        <a:p>
          <a:endParaRPr lang="en-US" sz="2400"/>
        </a:p>
      </dgm:t>
    </dgm:pt>
    <dgm:pt modelId="{7B838A1F-BA75-47B9-B84A-5BFAC91FDCA7}" type="sibTrans" cxnId="{2697FA85-CF56-44C1-B3FC-89CBF043C508}">
      <dgm:prSet/>
      <dgm:spPr/>
      <dgm:t>
        <a:bodyPr/>
        <a:lstStyle/>
        <a:p>
          <a:endParaRPr lang="en-US" sz="2400"/>
        </a:p>
      </dgm:t>
    </dgm:pt>
    <dgm:pt modelId="{9D73EE02-3B93-40C2-AA0A-C06133759355}">
      <dgm:prSet custT="1"/>
      <dgm:spPr/>
      <dgm:t>
        <a:bodyPr/>
        <a:lstStyle/>
        <a:p>
          <a:pPr>
            <a:lnSpc>
              <a:spcPct val="100000"/>
            </a:lnSpc>
          </a:pPr>
          <a:r>
            <a:rPr lang="en-US" sz="2400" dirty="0">
              <a:solidFill>
                <a:srgbClr val="C00000"/>
              </a:solidFill>
            </a:rPr>
            <a:t>Modelling methodology</a:t>
          </a:r>
        </a:p>
      </dgm:t>
    </dgm:pt>
    <dgm:pt modelId="{87E45BDB-E060-4843-AA99-1B2E72718CB7}" type="parTrans" cxnId="{73B83930-4CFA-4B5A-A9F2-D67349BDB8D7}">
      <dgm:prSet/>
      <dgm:spPr/>
      <dgm:t>
        <a:bodyPr/>
        <a:lstStyle/>
        <a:p>
          <a:endParaRPr lang="en-US" sz="2400"/>
        </a:p>
      </dgm:t>
    </dgm:pt>
    <dgm:pt modelId="{ABAA8484-A4F9-49B5-864C-ACD0FEB180C1}" type="sibTrans" cxnId="{73B83930-4CFA-4B5A-A9F2-D67349BDB8D7}">
      <dgm:prSet/>
      <dgm:spPr/>
      <dgm:t>
        <a:bodyPr/>
        <a:lstStyle/>
        <a:p>
          <a:endParaRPr lang="en-US" sz="2400"/>
        </a:p>
      </dgm:t>
    </dgm:pt>
    <dgm:pt modelId="{6BC24B2D-32EE-44E9-87AC-35FC7F935E57}">
      <dgm:prSet custT="1"/>
      <dgm:spPr/>
      <dgm:t>
        <a:bodyPr/>
        <a:lstStyle/>
        <a:p>
          <a:pPr>
            <a:lnSpc>
              <a:spcPct val="100000"/>
            </a:lnSpc>
          </a:pPr>
          <a:r>
            <a:rPr lang="en-US" sz="2400"/>
            <a:t>Ensemble strategy</a:t>
          </a:r>
        </a:p>
      </dgm:t>
    </dgm:pt>
    <dgm:pt modelId="{97321508-BD69-4544-8049-0953255E9B67}" type="parTrans" cxnId="{E4AE2D6B-E53A-471F-A690-75A038ED7319}">
      <dgm:prSet/>
      <dgm:spPr/>
      <dgm:t>
        <a:bodyPr/>
        <a:lstStyle/>
        <a:p>
          <a:endParaRPr lang="en-US" sz="2400"/>
        </a:p>
      </dgm:t>
    </dgm:pt>
    <dgm:pt modelId="{6CFA3524-272A-4919-80DC-E987AA601C3F}" type="sibTrans" cxnId="{E4AE2D6B-E53A-471F-A690-75A038ED7319}">
      <dgm:prSet/>
      <dgm:spPr/>
      <dgm:t>
        <a:bodyPr/>
        <a:lstStyle/>
        <a:p>
          <a:endParaRPr lang="en-US" sz="2400"/>
        </a:p>
      </dgm:t>
    </dgm:pt>
    <dgm:pt modelId="{C0EF8339-9344-4A99-B1E4-5FD2FF990951}">
      <dgm:prSet custT="1"/>
      <dgm:spPr/>
      <dgm:t>
        <a:bodyPr/>
        <a:lstStyle/>
        <a:p>
          <a:pPr>
            <a:lnSpc>
              <a:spcPct val="100000"/>
            </a:lnSpc>
          </a:pPr>
          <a:r>
            <a:rPr lang="en-US" sz="2400"/>
            <a:t>Conclusion</a:t>
          </a:r>
        </a:p>
      </dgm:t>
    </dgm:pt>
    <dgm:pt modelId="{C7795428-5E1D-43ED-ACE6-D3CE7B7C77F6}" type="parTrans" cxnId="{A1D28EF0-7F0E-4812-A42C-2D388AEC231D}">
      <dgm:prSet/>
      <dgm:spPr/>
      <dgm:t>
        <a:bodyPr/>
        <a:lstStyle/>
        <a:p>
          <a:endParaRPr lang="en-US" sz="2400"/>
        </a:p>
      </dgm:t>
    </dgm:pt>
    <dgm:pt modelId="{7CB804C8-FD09-4D87-96E2-D214A0F7332C}" type="sibTrans" cxnId="{A1D28EF0-7F0E-4812-A42C-2D388AEC231D}">
      <dgm:prSet/>
      <dgm:spPr/>
      <dgm:t>
        <a:bodyPr/>
        <a:lstStyle/>
        <a:p>
          <a:endParaRPr lang="en-US" sz="2400"/>
        </a:p>
      </dgm:t>
    </dgm:pt>
    <dgm:pt modelId="{FE9167F2-1075-414B-BBC6-91FAA7F1693E}" type="pres">
      <dgm:prSet presAssocID="{08A1034C-2001-4665-B29D-5CA58163F880}" presName="root" presStyleCnt="0">
        <dgm:presLayoutVars>
          <dgm:dir/>
          <dgm:resizeHandles val="exact"/>
        </dgm:presLayoutVars>
      </dgm:prSet>
      <dgm:spPr/>
    </dgm:pt>
    <dgm:pt modelId="{B71278E3-56C1-4358-A592-95BB9CB0BEC9}" type="pres">
      <dgm:prSet presAssocID="{3CF9C678-CBB5-45AB-95CD-110E470830BF}" presName="compNode" presStyleCnt="0"/>
      <dgm:spPr/>
    </dgm:pt>
    <dgm:pt modelId="{31C90646-89C2-4893-B970-2378C9A89853}" type="pres">
      <dgm:prSet presAssocID="{3CF9C678-CBB5-45AB-95CD-110E470830BF}" presName="bgRect" presStyleLbl="bgShp" presStyleIdx="0" presStyleCnt="6"/>
      <dgm:spPr/>
    </dgm:pt>
    <dgm:pt modelId="{7D29764F-61D5-4F4F-9355-F41F846D8CDC}" type="pres">
      <dgm:prSet presAssocID="{3CF9C678-CBB5-45AB-95CD-110E470830B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4730E229-1E44-448A-9DF7-9FF7B3F8D71A}" type="pres">
      <dgm:prSet presAssocID="{3CF9C678-CBB5-45AB-95CD-110E470830BF}" presName="spaceRect" presStyleCnt="0"/>
      <dgm:spPr/>
    </dgm:pt>
    <dgm:pt modelId="{A1EE6B36-981A-4508-A2B7-7F656DE0104A}" type="pres">
      <dgm:prSet presAssocID="{3CF9C678-CBB5-45AB-95CD-110E470830BF}" presName="parTx" presStyleLbl="revTx" presStyleIdx="0" presStyleCnt="6">
        <dgm:presLayoutVars>
          <dgm:chMax val="0"/>
          <dgm:chPref val="0"/>
        </dgm:presLayoutVars>
      </dgm:prSet>
      <dgm:spPr/>
    </dgm:pt>
    <dgm:pt modelId="{8805E256-8865-4AB3-85F7-D3E7CC822DC1}" type="pres">
      <dgm:prSet presAssocID="{F5C0B7E2-99EE-452A-BD4B-DDB9E311503A}" presName="sibTrans" presStyleCnt="0"/>
      <dgm:spPr/>
    </dgm:pt>
    <dgm:pt modelId="{B8A16013-08BA-4F8D-912B-7ACFFE8B026F}" type="pres">
      <dgm:prSet presAssocID="{C45CE3BF-B473-407D-AFF5-F082B06A14B6}" presName="compNode" presStyleCnt="0"/>
      <dgm:spPr/>
    </dgm:pt>
    <dgm:pt modelId="{F20A6DF6-C7D3-4AC9-9FF2-9E40E1B71308}" type="pres">
      <dgm:prSet presAssocID="{C45CE3BF-B473-407D-AFF5-F082B06A14B6}" presName="bgRect" presStyleLbl="bgShp" presStyleIdx="1" presStyleCnt="6"/>
      <dgm:spPr/>
    </dgm:pt>
    <dgm:pt modelId="{24A0393D-575C-4ED8-96BD-A57A5FE6A102}" type="pres">
      <dgm:prSet presAssocID="{C45CE3BF-B473-407D-AFF5-F082B06A14B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3C2757E-A836-4C27-9D27-FFF094156599}" type="pres">
      <dgm:prSet presAssocID="{C45CE3BF-B473-407D-AFF5-F082B06A14B6}" presName="spaceRect" presStyleCnt="0"/>
      <dgm:spPr/>
    </dgm:pt>
    <dgm:pt modelId="{AE64AD20-2D52-4240-892E-7EAA804CD00A}" type="pres">
      <dgm:prSet presAssocID="{C45CE3BF-B473-407D-AFF5-F082B06A14B6}" presName="parTx" presStyleLbl="revTx" presStyleIdx="1" presStyleCnt="6">
        <dgm:presLayoutVars>
          <dgm:chMax val="0"/>
          <dgm:chPref val="0"/>
        </dgm:presLayoutVars>
      </dgm:prSet>
      <dgm:spPr/>
    </dgm:pt>
    <dgm:pt modelId="{40D9E531-52A1-4B8F-A37A-787FFAC0C8A2}" type="pres">
      <dgm:prSet presAssocID="{BAB4630B-6268-4834-8E8F-A66B0B5BFE17}" presName="sibTrans" presStyleCnt="0"/>
      <dgm:spPr/>
    </dgm:pt>
    <dgm:pt modelId="{63CE6A9D-5673-47F6-98D0-87DEBAC48B08}" type="pres">
      <dgm:prSet presAssocID="{7A243FBC-AD35-4107-8F74-721929757526}" presName="compNode" presStyleCnt="0"/>
      <dgm:spPr/>
    </dgm:pt>
    <dgm:pt modelId="{BD7295EA-6774-4C78-B0AA-691DEDA92C80}" type="pres">
      <dgm:prSet presAssocID="{7A243FBC-AD35-4107-8F74-721929757526}" presName="bgRect" presStyleLbl="bgShp" presStyleIdx="2" presStyleCnt="6"/>
      <dgm:spPr/>
    </dgm:pt>
    <dgm:pt modelId="{19C80952-0B14-46D7-A34D-D27384155AC7}" type="pres">
      <dgm:prSet presAssocID="{7A243FBC-AD35-4107-8F74-72192975752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C2E1EE1-F569-4E36-A857-8AE983C66398}" type="pres">
      <dgm:prSet presAssocID="{7A243FBC-AD35-4107-8F74-721929757526}" presName="spaceRect" presStyleCnt="0"/>
      <dgm:spPr/>
    </dgm:pt>
    <dgm:pt modelId="{F4133055-FC9C-45E8-A7C9-E48243046BD6}" type="pres">
      <dgm:prSet presAssocID="{7A243FBC-AD35-4107-8F74-721929757526}" presName="parTx" presStyleLbl="revTx" presStyleIdx="2" presStyleCnt="6">
        <dgm:presLayoutVars>
          <dgm:chMax val="0"/>
          <dgm:chPref val="0"/>
        </dgm:presLayoutVars>
      </dgm:prSet>
      <dgm:spPr/>
    </dgm:pt>
    <dgm:pt modelId="{FA51AD16-A2E6-4CD1-8E61-1E4CFD68E2B4}" type="pres">
      <dgm:prSet presAssocID="{7B838A1F-BA75-47B9-B84A-5BFAC91FDCA7}" presName="sibTrans" presStyleCnt="0"/>
      <dgm:spPr/>
    </dgm:pt>
    <dgm:pt modelId="{30591F33-9802-4573-BE19-6FDCF8890E7E}" type="pres">
      <dgm:prSet presAssocID="{9D73EE02-3B93-40C2-AA0A-C06133759355}" presName="compNode" presStyleCnt="0"/>
      <dgm:spPr/>
    </dgm:pt>
    <dgm:pt modelId="{809F7D35-CBEE-4729-992E-758B27FD4650}" type="pres">
      <dgm:prSet presAssocID="{9D73EE02-3B93-40C2-AA0A-C06133759355}" presName="bgRect" presStyleLbl="bgShp" presStyleIdx="3" presStyleCnt="6"/>
      <dgm:spPr/>
    </dgm:pt>
    <dgm:pt modelId="{EEF4FE75-B360-4176-8AA4-262454757DC0}" type="pres">
      <dgm:prSet presAssocID="{9D73EE02-3B93-40C2-AA0A-C0613375935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19C4C89B-B661-4331-AD24-31F26352AF4A}" type="pres">
      <dgm:prSet presAssocID="{9D73EE02-3B93-40C2-AA0A-C06133759355}" presName="spaceRect" presStyleCnt="0"/>
      <dgm:spPr/>
    </dgm:pt>
    <dgm:pt modelId="{56B56EA5-BB2F-47D9-8291-0684F79B8F8F}" type="pres">
      <dgm:prSet presAssocID="{9D73EE02-3B93-40C2-AA0A-C06133759355}" presName="parTx" presStyleLbl="revTx" presStyleIdx="3" presStyleCnt="6">
        <dgm:presLayoutVars>
          <dgm:chMax val="0"/>
          <dgm:chPref val="0"/>
        </dgm:presLayoutVars>
      </dgm:prSet>
      <dgm:spPr/>
    </dgm:pt>
    <dgm:pt modelId="{93795A49-5CFF-4C1A-B3A5-570FCBA2DC1A}" type="pres">
      <dgm:prSet presAssocID="{ABAA8484-A4F9-49B5-864C-ACD0FEB180C1}" presName="sibTrans" presStyleCnt="0"/>
      <dgm:spPr/>
    </dgm:pt>
    <dgm:pt modelId="{06D99AB1-5416-4A63-98A2-0893EF9D647F}" type="pres">
      <dgm:prSet presAssocID="{6BC24B2D-32EE-44E9-87AC-35FC7F935E57}" presName="compNode" presStyleCnt="0"/>
      <dgm:spPr/>
    </dgm:pt>
    <dgm:pt modelId="{D209269A-583E-47AE-8F24-66289C46D687}" type="pres">
      <dgm:prSet presAssocID="{6BC24B2D-32EE-44E9-87AC-35FC7F935E57}" presName="bgRect" presStyleLbl="bgShp" presStyleIdx="4" presStyleCnt="6"/>
      <dgm:spPr/>
    </dgm:pt>
    <dgm:pt modelId="{D244399B-580D-49B6-8901-47246E489D06}" type="pres">
      <dgm:prSet presAssocID="{6BC24B2D-32EE-44E9-87AC-35FC7F935E5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rama"/>
        </a:ext>
      </dgm:extLst>
    </dgm:pt>
    <dgm:pt modelId="{2324E60A-B5C9-4F60-8322-05F303EAF461}" type="pres">
      <dgm:prSet presAssocID="{6BC24B2D-32EE-44E9-87AC-35FC7F935E57}" presName="spaceRect" presStyleCnt="0"/>
      <dgm:spPr/>
    </dgm:pt>
    <dgm:pt modelId="{46932361-25B6-4329-A259-D44B751465D7}" type="pres">
      <dgm:prSet presAssocID="{6BC24B2D-32EE-44E9-87AC-35FC7F935E57}" presName="parTx" presStyleLbl="revTx" presStyleIdx="4" presStyleCnt="6">
        <dgm:presLayoutVars>
          <dgm:chMax val="0"/>
          <dgm:chPref val="0"/>
        </dgm:presLayoutVars>
      </dgm:prSet>
      <dgm:spPr/>
    </dgm:pt>
    <dgm:pt modelId="{B0444DC3-DF42-486D-9856-CDA57E77FA3F}" type="pres">
      <dgm:prSet presAssocID="{6CFA3524-272A-4919-80DC-E987AA601C3F}" presName="sibTrans" presStyleCnt="0"/>
      <dgm:spPr/>
    </dgm:pt>
    <dgm:pt modelId="{CE1962AF-E0BE-4F76-B097-D9CA4C04C119}" type="pres">
      <dgm:prSet presAssocID="{C0EF8339-9344-4A99-B1E4-5FD2FF990951}" presName="compNode" presStyleCnt="0"/>
      <dgm:spPr/>
    </dgm:pt>
    <dgm:pt modelId="{8F2CB195-D858-4539-8963-103665B87CBB}" type="pres">
      <dgm:prSet presAssocID="{C0EF8339-9344-4A99-B1E4-5FD2FF990951}" presName="bgRect" presStyleLbl="bgShp" presStyleIdx="5" presStyleCnt="6"/>
      <dgm:spPr/>
    </dgm:pt>
    <dgm:pt modelId="{A45B7EF4-4D0A-4218-BBD4-227E0FCBEB37}" type="pres">
      <dgm:prSet presAssocID="{C0EF8339-9344-4A99-B1E4-5FD2FF99095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CAA3AF6-EA3E-4D01-985C-D28C8898F72E}" type="pres">
      <dgm:prSet presAssocID="{C0EF8339-9344-4A99-B1E4-5FD2FF990951}" presName="spaceRect" presStyleCnt="0"/>
      <dgm:spPr/>
    </dgm:pt>
    <dgm:pt modelId="{4943066E-79EB-4CBF-B3A3-406C75327730}" type="pres">
      <dgm:prSet presAssocID="{C0EF8339-9344-4A99-B1E4-5FD2FF990951}" presName="parTx" presStyleLbl="revTx" presStyleIdx="5" presStyleCnt="6">
        <dgm:presLayoutVars>
          <dgm:chMax val="0"/>
          <dgm:chPref val="0"/>
        </dgm:presLayoutVars>
      </dgm:prSet>
      <dgm:spPr/>
    </dgm:pt>
  </dgm:ptLst>
  <dgm:cxnLst>
    <dgm:cxn modelId="{0F63E407-777B-4F02-8088-B49560882A5A}" srcId="{08A1034C-2001-4665-B29D-5CA58163F880}" destId="{3CF9C678-CBB5-45AB-95CD-110E470830BF}" srcOrd="0" destOrd="0" parTransId="{DDE2F24E-063D-4647-B427-7A7955852FA9}" sibTransId="{F5C0B7E2-99EE-452A-BD4B-DDB9E311503A}"/>
    <dgm:cxn modelId="{40D2790F-A23E-4EB7-BE79-0D3F6A3547F8}" type="presOf" srcId="{08A1034C-2001-4665-B29D-5CA58163F880}" destId="{FE9167F2-1075-414B-BBC6-91FAA7F1693E}" srcOrd="0" destOrd="0" presId="urn:microsoft.com/office/officeart/2018/2/layout/IconVerticalSolidList"/>
    <dgm:cxn modelId="{84F64527-A4F3-4D65-918E-F4E3F9E22365}" srcId="{08A1034C-2001-4665-B29D-5CA58163F880}" destId="{C45CE3BF-B473-407D-AFF5-F082B06A14B6}" srcOrd="1" destOrd="0" parTransId="{9C9426A9-73BA-4C88-BF42-E556B83120DB}" sibTransId="{BAB4630B-6268-4834-8E8F-A66B0B5BFE17}"/>
    <dgm:cxn modelId="{73B83930-4CFA-4B5A-A9F2-D67349BDB8D7}" srcId="{08A1034C-2001-4665-B29D-5CA58163F880}" destId="{9D73EE02-3B93-40C2-AA0A-C06133759355}" srcOrd="3" destOrd="0" parTransId="{87E45BDB-E060-4843-AA99-1B2E72718CB7}" sibTransId="{ABAA8484-A4F9-49B5-864C-ACD0FEB180C1}"/>
    <dgm:cxn modelId="{F5772436-1909-415A-A188-B7F94C43A4E9}" type="presOf" srcId="{3CF9C678-CBB5-45AB-95CD-110E470830BF}" destId="{A1EE6B36-981A-4508-A2B7-7F656DE0104A}" srcOrd="0" destOrd="0" presId="urn:microsoft.com/office/officeart/2018/2/layout/IconVerticalSolidList"/>
    <dgm:cxn modelId="{3504245A-BEAB-4301-9F63-BA9D92C53442}" type="presOf" srcId="{6BC24B2D-32EE-44E9-87AC-35FC7F935E57}" destId="{46932361-25B6-4329-A259-D44B751465D7}" srcOrd="0" destOrd="0" presId="urn:microsoft.com/office/officeart/2018/2/layout/IconVerticalSolidList"/>
    <dgm:cxn modelId="{E4AE2D6B-E53A-471F-A690-75A038ED7319}" srcId="{08A1034C-2001-4665-B29D-5CA58163F880}" destId="{6BC24B2D-32EE-44E9-87AC-35FC7F935E57}" srcOrd="4" destOrd="0" parTransId="{97321508-BD69-4544-8049-0953255E9B67}" sibTransId="{6CFA3524-272A-4919-80DC-E987AA601C3F}"/>
    <dgm:cxn modelId="{2697FA85-CF56-44C1-B3FC-89CBF043C508}" srcId="{08A1034C-2001-4665-B29D-5CA58163F880}" destId="{7A243FBC-AD35-4107-8F74-721929757526}" srcOrd="2" destOrd="0" parTransId="{ED357439-67AB-4FA6-B9B6-253AAAFBAB25}" sibTransId="{7B838A1F-BA75-47B9-B84A-5BFAC91FDCA7}"/>
    <dgm:cxn modelId="{CD88BA9B-852C-4C07-9C7A-C7C06E5E885C}" type="presOf" srcId="{9D73EE02-3B93-40C2-AA0A-C06133759355}" destId="{56B56EA5-BB2F-47D9-8291-0684F79B8F8F}" srcOrd="0" destOrd="0" presId="urn:microsoft.com/office/officeart/2018/2/layout/IconVerticalSolidList"/>
    <dgm:cxn modelId="{2B8E54A6-A6DE-4C81-99B1-82AFE74BD56B}" type="presOf" srcId="{7A243FBC-AD35-4107-8F74-721929757526}" destId="{F4133055-FC9C-45E8-A7C9-E48243046BD6}" srcOrd="0" destOrd="0" presId="urn:microsoft.com/office/officeart/2018/2/layout/IconVerticalSolidList"/>
    <dgm:cxn modelId="{52FACDD4-D279-4016-A323-864C5D8F1A3F}" type="presOf" srcId="{C0EF8339-9344-4A99-B1E4-5FD2FF990951}" destId="{4943066E-79EB-4CBF-B3A3-406C75327730}" srcOrd="0" destOrd="0" presId="urn:microsoft.com/office/officeart/2018/2/layout/IconVerticalSolidList"/>
    <dgm:cxn modelId="{A1D28EF0-7F0E-4812-A42C-2D388AEC231D}" srcId="{08A1034C-2001-4665-B29D-5CA58163F880}" destId="{C0EF8339-9344-4A99-B1E4-5FD2FF990951}" srcOrd="5" destOrd="0" parTransId="{C7795428-5E1D-43ED-ACE6-D3CE7B7C77F6}" sibTransId="{7CB804C8-FD09-4D87-96E2-D214A0F7332C}"/>
    <dgm:cxn modelId="{31BEAAF8-3424-4A80-9713-AE1C0E0C7DCF}" type="presOf" srcId="{C45CE3BF-B473-407D-AFF5-F082B06A14B6}" destId="{AE64AD20-2D52-4240-892E-7EAA804CD00A}" srcOrd="0" destOrd="0" presId="urn:microsoft.com/office/officeart/2018/2/layout/IconVerticalSolidList"/>
    <dgm:cxn modelId="{01D96A18-1E30-4EA3-B933-9B9F49D412E0}" type="presParOf" srcId="{FE9167F2-1075-414B-BBC6-91FAA7F1693E}" destId="{B71278E3-56C1-4358-A592-95BB9CB0BEC9}" srcOrd="0" destOrd="0" presId="urn:microsoft.com/office/officeart/2018/2/layout/IconVerticalSolidList"/>
    <dgm:cxn modelId="{19FEE875-09EF-47C2-83CE-F74A6E04B9CD}" type="presParOf" srcId="{B71278E3-56C1-4358-A592-95BB9CB0BEC9}" destId="{31C90646-89C2-4893-B970-2378C9A89853}" srcOrd="0" destOrd="0" presId="urn:microsoft.com/office/officeart/2018/2/layout/IconVerticalSolidList"/>
    <dgm:cxn modelId="{9D32CDBD-CE05-4F53-BA63-299E609887E6}" type="presParOf" srcId="{B71278E3-56C1-4358-A592-95BB9CB0BEC9}" destId="{7D29764F-61D5-4F4F-9355-F41F846D8CDC}" srcOrd="1" destOrd="0" presId="urn:microsoft.com/office/officeart/2018/2/layout/IconVerticalSolidList"/>
    <dgm:cxn modelId="{7D0C8792-126F-4CCD-B78F-3AAD623A9135}" type="presParOf" srcId="{B71278E3-56C1-4358-A592-95BB9CB0BEC9}" destId="{4730E229-1E44-448A-9DF7-9FF7B3F8D71A}" srcOrd="2" destOrd="0" presId="urn:microsoft.com/office/officeart/2018/2/layout/IconVerticalSolidList"/>
    <dgm:cxn modelId="{77C1B177-66C3-476D-A294-20BA999ABD35}" type="presParOf" srcId="{B71278E3-56C1-4358-A592-95BB9CB0BEC9}" destId="{A1EE6B36-981A-4508-A2B7-7F656DE0104A}" srcOrd="3" destOrd="0" presId="urn:microsoft.com/office/officeart/2018/2/layout/IconVerticalSolidList"/>
    <dgm:cxn modelId="{CAC1BE9A-C5D1-404A-A7EE-5682C76029D9}" type="presParOf" srcId="{FE9167F2-1075-414B-BBC6-91FAA7F1693E}" destId="{8805E256-8865-4AB3-85F7-D3E7CC822DC1}" srcOrd="1" destOrd="0" presId="urn:microsoft.com/office/officeart/2018/2/layout/IconVerticalSolidList"/>
    <dgm:cxn modelId="{A35E16D8-C1D8-4DD6-B15C-FA6BCB0EB7E4}" type="presParOf" srcId="{FE9167F2-1075-414B-BBC6-91FAA7F1693E}" destId="{B8A16013-08BA-4F8D-912B-7ACFFE8B026F}" srcOrd="2" destOrd="0" presId="urn:microsoft.com/office/officeart/2018/2/layout/IconVerticalSolidList"/>
    <dgm:cxn modelId="{359E2530-C72D-4328-8DEA-36465DDEC355}" type="presParOf" srcId="{B8A16013-08BA-4F8D-912B-7ACFFE8B026F}" destId="{F20A6DF6-C7D3-4AC9-9FF2-9E40E1B71308}" srcOrd="0" destOrd="0" presId="urn:microsoft.com/office/officeart/2018/2/layout/IconVerticalSolidList"/>
    <dgm:cxn modelId="{9199C1D8-049F-42E0-8C5F-EC58DE733988}" type="presParOf" srcId="{B8A16013-08BA-4F8D-912B-7ACFFE8B026F}" destId="{24A0393D-575C-4ED8-96BD-A57A5FE6A102}" srcOrd="1" destOrd="0" presId="urn:microsoft.com/office/officeart/2018/2/layout/IconVerticalSolidList"/>
    <dgm:cxn modelId="{58273D57-4603-4A64-BC86-BA06581C0103}" type="presParOf" srcId="{B8A16013-08BA-4F8D-912B-7ACFFE8B026F}" destId="{A3C2757E-A836-4C27-9D27-FFF094156599}" srcOrd="2" destOrd="0" presId="urn:microsoft.com/office/officeart/2018/2/layout/IconVerticalSolidList"/>
    <dgm:cxn modelId="{82CEA7F5-92D9-4FBC-A814-0E1800EC6B5A}" type="presParOf" srcId="{B8A16013-08BA-4F8D-912B-7ACFFE8B026F}" destId="{AE64AD20-2D52-4240-892E-7EAA804CD00A}" srcOrd="3" destOrd="0" presId="urn:microsoft.com/office/officeart/2018/2/layout/IconVerticalSolidList"/>
    <dgm:cxn modelId="{BF6D870F-809C-4701-B576-48D911356B3F}" type="presParOf" srcId="{FE9167F2-1075-414B-BBC6-91FAA7F1693E}" destId="{40D9E531-52A1-4B8F-A37A-787FFAC0C8A2}" srcOrd="3" destOrd="0" presId="urn:microsoft.com/office/officeart/2018/2/layout/IconVerticalSolidList"/>
    <dgm:cxn modelId="{B38F3219-6717-4FFA-AE3E-CADA466FA3FC}" type="presParOf" srcId="{FE9167F2-1075-414B-BBC6-91FAA7F1693E}" destId="{63CE6A9D-5673-47F6-98D0-87DEBAC48B08}" srcOrd="4" destOrd="0" presId="urn:microsoft.com/office/officeart/2018/2/layout/IconVerticalSolidList"/>
    <dgm:cxn modelId="{06DE5C64-69B4-4BF1-BB34-45D5AE80E038}" type="presParOf" srcId="{63CE6A9D-5673-47F6-98D0-87DEBAC48B08}" destId="{BD7295EA-6774-4C78-B0AA-691DEDA92C80}" srcOrd="0" destOrd="0" presId="urn:microsoft.com/office/officeart/2018/2/layout/IconVerticalSolidList"/>
    <dgm:cxn modelId="{D16F125B-9985-49A1-8879-70786CCA516D}" type="presParOf" srcId="{63CE6A9D-5673-47F6-98D0-87DEBAC48B08}" destId="{19C80952-0B14-46D7-A34D-D27384155AC7}" srcOrd="1" destOrd="0" presId="urn:microsoft.com/office/officeart/2018/2/layout/IconVerticalSolidList"/>
    <dgm:cxn modelId="{9C6D5B97-E90D-4ACC-B92E-B4758B359578}" type="presParOf" srcId="{63CE6A9D-5673-47F6-98D0-87DEBAC48B08}" destId="{6C2E1EE1-F569-4E36-A857-8AE983C66398}" srcOrd="2" destOrd="0" presId="urn:microsoft.com/office/officeart/2018/2/layout/IconVerticalSolidList"/>
    <dgm:cxn modelId="{8C3FF098-4C74-411D-A72E-A1BFA98BB397}" type="presParOf" srcId="{63CE6A9D-5673-47F6-98D0-87DEBAC48B08}" destId="{F4133055-FC9C-45E8-A7C9-E48243046BD6}" srcOrd="3" destOrd="0" presId="urn:microsoft.com/office/officeart/2018/2/layout/IconVerticalSolidList"/>
    <dgm:cxn modelId="{C624B1E1-2F18-4AFF-A06C-5A339D0B303B}" type="presParOf" srcId="{FE9167F2-1075-414B-BBC6-91FAA7F1693E}" destId="{FA51AD16-A2E6-4CD1-8E61-1E4CFD68E2B4}" srcOrd="5" destOrd="0" presId="urn:microsoft.com/office/officeart/2018/2/layout/IconVerticalSolidList"/>
    <dgm:cxn modelId="{D6D81EEA-6373-4ED6-9B4A-5B1D972E221C}" type="presParOf" srcId="{FE9167F2-1075-414B-BBC6-91FAA7F1693E}" destId="{30591F33-9802-4573-BE19-6FDCF8890E7E}" srcOrd="6" destOrd="0" presId="urn:microsoft.com/office/officeart/2018/2/layout/IconVerticalSolidList"/>
    <dgm:cxn modelId="{D935ADC2-515B-4DFC-BB2F-85A0C397D746}" type="presParOf" srcId="{30591F33-9802-4573-BE19-6FDCF8890E7E}" destId="{809F7D35-CBEE-4729-992E-758B27FD4650}" srcOrd="0" destOrd="0" presId="urn:microsoft.com/office/officeart/2018/2/layout/IconVerticalSolidList"/>
    <dgm:cxn modelId="{1A2BB099-4BB1-4554-A672-5BACE8183800}" type="presParOf" srcId="{30591F33-9802-4573-BE19-6FDCF8890E7E}" destId="{EEF4FE75-B360-4176-8AA4-262454757DC0}" srcOrd="1" destOrd="0" presId="urn:microsoft.com/office/officeart/2018/2/layout/IconVerticalSolidList"/>
    <dgm:cxn modelId="{F8262741-442E-49E4-991E-B36A04635BB2}" type="presParOf" srcId="{30591F33-9802-4573-BE19-6FDCF8890E7E}" destId="{19C4C89B-B661-4331-AD24-31F26352AF4A}" srcOrd="2" destOrd="0" presId="urn:microsoft.com/office/officeart/2018/2/layout/IconVerticalSolidList"/>
    <dgm:cxn modelId="{F2646642-EE1B-4E96-A888-24A540FF03FA}" type="presParOf" srcId="{30591F33-9802-4573-BE19-6FDCF8890E7E}" destId="{56B56EA5-BB2F-47D9-8291-0684F79B8F8F}" srcOrd="3" destOrd="0" presId="urn:microsoft.com/office/officeart/2018/2/layout/IconVerticalSolidList"/>
    <dgm:cxn modelId="{C571DA2A-43B6-4159-98CD-3A44530C4E3D}" type="presParOf" srcId="{FE9167F2-1075-414B-BBC6-91FAA7F1693E}" destId="{93795A49-5CFF-4C1A-B3A5-570FCBA2DC1A}" srcOrd="7" destOrd="0" presId="urn:microsoft.com/office/officeart/2018/2/layout/IconVerticalSolidList"/>
    <dgm:cxn modelId="{DFFEC4AE-441D-4E84-9E12-C42AAC58E758}" type="presParOf" srcId="{FE9167F2-1075-414B-BBC6-91FAA7F1693E}" destId="{06D99AB1-5416-4A63-98A2-0893EF9D647F}" srcOrd="8" destOrd="0" presId="urn:microsoft.com/office/officeart/2018/2/layout/IconVerticalSolidList"/>
    <dgm:cxn modelId="{D202DD5D-C106-44BD-B154-B0227942887C}" type="presParOf" srcId="{06D99AB1-5416-4A63-98A2-0893EF9D647F}" destId="{D209269A-583E-47AE-8F24-66289C46D687}" srcOrd="0" destOrd="0" presId="urn:microsoft.com/office/officeart/2018/2/layout/IconVerticalSolidList"/>
    <dgm:cxn modelId="{2F322BB4-BB2E-4FBC-B624-0B2E3D632455}" type="presParOf" srcId="{06D99AB1-5416-4A63-98A2-0893EF9D647F}" destId="{D244399B-580D-49B6-8901-47246E489D06}" srcOrd="1" destOrd="0" presId="urn:microsoft.com/office/officeart/2018/2/layout/IconVerticalSolidList"/>
    <dgm:cxn modelId="{B4AF53FE-DE91-4C0E-BE38-B322256FDB38}" type="presParOf" srcId="{06D99AB1-5416-4A63-98A2-0893EF9D647F}" destId="{2324E60A-B5C9-4F60-8322-05F303EAF461}" srcOrd="2" destOrd="0" presId="urn:microsoft.com/office/officeart/2018/2/layout/IconVerticalSolidList"/>
    <dgm:cxn modelId="{7881A6BF-45C8-4D1E-A9CA-39123E34DAFA}" type="presParOf" srcId="{06D99AB1-5416-4A63-98A2-0893EF9D647F}" destId="{46932361-25B6-4329-A259-D44B751465D7}" srcOrd="3" destOrd="0" presId="urn:microsoft.com/office/officeart/2018/2/layout/IconVerticalSolidList"/>
    <dgm:cxn modelId="{7267B782-3440-4DC7-9E34-C932F6DF694B}" type="presParOf" srcId="{FE9167F2-1075-414B-BBC6-91FAA7F1693E}" destId="{B0444DC3-DF42-486D-9856-CDA57E77FA3F}" srcOrd="9" destOrd="0" presId="urn:microsoft.com/office/officeart/2018/2/layout/IconVerticalSolidList"/>
    <dgm:cxn modelId="{5546DDD6-C218-4C15-AAC4-0AA1152983E7}" type="presParOf" srcId="{FE9167F2-1075-414B-BBC6-91FAA7F1693E}" destId="{CE1962AF-E0BE-4F76-B097-D9CA4C04C119}" srcOrd="10" destOrd="0" presId="urn:microsoft.com/office/officeart/2018/2/layout/IconVerticalSolidList"/>
    <dgm:cxn modelId="{4C2982D3-9FBD-443F-850B-6F2A9508D8ED}" type="presParOf" srcId="{CE1962AF-E0BE-4F76-B097-D9CA4C04C119}" destId="{8F2CB195-D858-4539-8963-103665B87CBB}" srcOrd="0" destOrd="0" presId="urn:microsoft.com/office/officeart/2018/2/layout/IconVerticalSolidList"/>
    <dgm:cxn modelId="{BF2B284D-64C3-4C99-B0A3-82385A60DE50}" type="presParOf" srcId="{CE1962AF-E0BE-4F76-B097-D9CA4C04C119}" destId="{A45B7EF4-4D0A-4218-BBD4-227E0FCBEB37}" srcOrd="1" destOrd="0" presId="urn:microsoft.com/office/officeart/2018/2/layout/IconVerticalSolidList"/>
    <dgm:cxn modelId="{CDDD654B-3F9A-4B0D-85DE-A837E41B161E}" type="presParOf" srcId="{CE1962AF-E0BE-4F76-B097-D9CA4C04C119}" destId="{4CAA3AF6-EA3E-4D01-985C-D28C8898F72E}" srcOrd="2" destOrd="0" presId="urn:microsoft.com/office/officeart/2018/2/layout/IconVerticalSolidList"/>
    <dgm:cxn modelId="{6445F4B9-402F-420F-AD6B-3DA3625DD8A7}" type="presParOf" srcId="{CE1962AF-E0BE-4F76-B097-D9CA4C04C119}" destId="{4943066E-79EB-4CBF-B3A3-406C753277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8A1034C-2001-4665-B29D-5CA58163F8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9C678-CBB5-45AB-95CD-110E470830BF}">
      <dgm:prSet custT="1"/>
      <dgm:spPr/>
      <dgm:t>
        <a:bodyPr/>
        <a:lstStyle/>
        <a:p>
          <a:pPr>
            <a:lnSpc>
              <a:spcPct val="100000"/>
            </a:lnSpc>
          </a:pPr>
          <a:r>
            <a:rPr lang="en-US" sz="2400" dirty="0">
              <a:solidFill>
                <a:srgbClr val="C00000"/>
              </a:solidFill>
            </a:rPr>
            <a:t>Brief on Challenge – as I understood it</a:t>
          </a:r>
        </a:p>
      </dgm:t>
    </dgm:pt>
    <dgm:pt modelId="{DDE2F24E-063D-4647-B427-7A7955852FA9}" type="parTrans" cxnId="{0F63E407-777B-4F02-8088-B49560882A5A}">
      <dgm:prSet/>
      <dgm:spPr/>
      <dgm:t>
        <a:bodyPr/>
        <a:lstStyle/>
        <a:p>
          <a:endParaRPr lang="en-US" sz="2400"/>
        </a:p>
      </dgm:t>
    </dgm:pt>
    <dgm:pt modelId="{F5C0B7E2-99EE-452A-BD4B-DDB9E311503A}" type="sibTrans" cxnId="{0F63E407-777B-4F02-8088-B49560882A5A}">
      <dgm:prSet/>
      <dgm:spPr/>
      <dgm:t>
        <a:bodyPr/>
        <a:lstStyle/>
        <a:p>
          <a:endParaRPr lang="en-US" sz="2400"/>
        </a:p>
      </dgm:t>
    </dgm:pt>
    <dgm:pt modelId="{C45CE3BF-B473-407D-AFF5-F082B06A14B6}">
      <dgm:prSet custT="1"/>
      <dgm:spPr/>
      <dgm:t>
        <a:bodyPr/>
        <a:lstStyle/>
        <a:p>
          <a:pPr>
            <a:lnSpc>
              <a:spcPct val="100000"/>
            </a:lnSpc>
          </a:pPr>
          <a:r>
            <a:rPr lang="en-US" sz="2400" dirty="0">
              <a:solidFill>
                <a:srgbClr val="C00000"/>
              </a:solidFill>
            </a:rPr>
            <a:t>Data preparation</a:t>
          </a:r>
        </a:p>
      </dgm:t>
    </dgm:pt>
    <dgm:pt modelId="{9C9426A9-73BA-4C88-BF42-E556B83120DB}" type="parTrans" cxnId="{84F64527-A4F3-4D65-918E-F4E3F9E22365}">
      <dgm:prSet/>
      <dgm:spPr/>
      <dgm:t>
        <a:bodyPr/>
        <a:lstStyle/>
        <a:p>
          <a:endParaRPr lang="en-US" sz="2400"/>
        </a:p>
      </dgm:t>
    </dgm:pt>
    <dgm:pt modelId="{BAB4630B-6268-4834-8E8F-A66B0B5BFE17}" type="sibTrans" cxnId="{84F64527-A4F3-4D65-918E-F4E3F9E22365}">
      <dgm:prSet/>
      <dgm:spPr/>
      <dgm:t>
        <a:bodyPr/>
        <a:lstStyle/>
        <a:p>
          <a:endParaRPr lang="en-US" sz="2400"/>
        </a:p>
      </dgm:t>
    </dgm:pt>
    <dgm:pt modelId="{7A243FBC-AD35-4107-8F74-721929757526}">
      <dgm:prSet custT="1"/>
      <dgm:spPr/>
      <dgm:t>
        <a:bodyPr/>
        <a:lstStyle/>
        <a:p>
          <a:pPr>
            <a:lnSpc>
              <a:spcPct val="100000"/>
            </a:lnSpc>
          </a:pPr>
          <a:r>
            <a:rPr lang="en-US" sz="2400" dirty="0">
              <a:solidFill>
                <a:srgbClr val="C00000"/>
              </a:solidFill>
            </a:rPr>
            <a:t>Feature engineering</a:t>
          </a:r>
        </a:p>
      </dgm:t>
    </dgm:pt>
    <dgm:pt modelId="{ED357439-67AB-4FA6-B9B6-253AAAFBAB25}" type="parTrans" cxnId="{2697FA85-CF56-44C1-B3FC-89CBF043C508}">
      <dgm:prSet/>
      <dgm:spPr/>
      <dgm:t>
        <a:bodyPr/>
        <a:lstStyle/>
        <a:p>
          <a:endParaRPr lang="en-US" sz="2400"/>
        </a:p>
      </dgm:t>
    </dgm:pt>
    <dgm:pt modelId="{7B838A1F-BA75-47B9-B84A-5BFAC91FDCA7}" type="sibTrans" cxnId="{2697FA85-CF56-44C1-B3FC-89CBF043C508}">
      <dgm:prSet/>
      <dgm:spPr/>
      <dgm:t>
        <a:bodyPr/>
        <a:lstStyle/>
        <a:p>
          <a:endParaRPr lang="en-US" sz="2400"/>
        </a:p>
      </dgm:t>
    </dgm:pt>
    <dgm:pt modelId="{9D73EE02-3B93-40C2-AA0A-C06133759355}">
      <dgm:prSet custT="1"/>
      <dgm:spPr/>
      <dgm:t>
        <a:bodyPr/>
        <a:lstStyle/>
        <a:p>
          <a:pPr>
            <a:lnSpc>
              <a:spcPct val="100000"/>
            </a:lnSpc>
          </a:pPr>
          <a:r>
            <a:rPr lang="en-US" sz="2400" dirty="0">
              <a:solidFill>
                <a:srgbClr val="C00000"/>
              </a:solidFill>
            </a:rPr>
            <a:t>Modelling methodology</a:t>
          </a:r>
        </a:p>
      </dgm:t>
    </dgm:pt>
    <dgm:pt modelId="{87E45BDB-E060-4843-AA99-1B2E72718CB7}" type="parTrans" cxnId="{73B83930-4CFA-4B5A-A9F2-D67349BDB8D7}">
      <dgm:prSet/>
      <dgm:spPr/>
      <dgm:t>
        <a:bodyPr/>
        <a:lstStyle/>
        <a:p>
          <a:endParaRPr lang="en-US" sz="2400"/>
        </a:p>
      </dgm:t>
    </dgm:pt>
    <dgm:pt modelId="{ABAA8484-A4F9-49B5-864C-ACD0FEB180C1}" type="sibTrans" cxnId="{73B83930-4CFA-4B5A-A9F2-D67349BDB8D7}">
      <dgm:prSet/>
      <dgm:spPr/>
      <dgm:t>
        <a:bodyPr/>
        <a:lstStyle/>
        <a:p>
          <a:endParaRPr lang="en-US" sz="2400"/>
        </a:p>
      </dgm:t>
    </dgm:pt>
    <dgm:pt modelId="{6BC24B2D-32EE-44E9-87AC-35FC7F935E57}">
      <dgm:prSet custT="1"/>
      <dgm:spPr/>
      <dgm:t>
        <a:bodyPr/>
        <a:lstStyle/>
        <a:p>
          <a:pPr>
            <a:lnSpc>
              <a:spcPct val="100000"/>
            </a:lnSpc>
          </a:pPr>
          <a:r>
            <a:rPr lang="en-US" sz="2400" dirty="0">
              <a:solidFill>
                <a:srgbClr val="C00000"/>
              </a:solidFill>
            </a:rPr>
            <a:t>Ensemble strategy</a:t>
          </a:r>
        </a:p>
      </dgm:t>
    </dgm:pt>
    <dgm:pt modelId="{97321508-BD69-4544-8049-0953255E9B67}" type="parTrans" cxnId="{E4AE2D6B-E53A-471F-A690-75A038ED7319}">
      <dgm:prSet/>
      <dgm:spPr/>
      <dgm:t>
        <a:bodyPr/>
        <a:lstStyle/>
        <a:p>
          <a:endParaRPr lang="en-US" sz="2400"/>
        </a:p>
      </dgm:t>
    </dgm:pt>
    <dgm:pt modelId="{6CFA3524-272A-4919-80DC-E987AA601C3F}" type="sibTrans" cxnId="{E4AE2D6B-E53A-471F-A690-75A038ED7319}">
      <dgm:prSet/>
      <dgm:spPr/>
      <dgm:t>
        <a:bodyPr/>
        <a:lstStyle/>
        <a:p>
          <a:endParaRPr lang="en-US" sz="2400"/>
        </a:p>
      </dgm:t>
    </dgm:pt>
    <dgm:pt modelId="{C0EF8339-9344-4A99-B1E4-5FD2FF990951}">
      <dgm:prSet custT="1"/>
      <dgm:spPr/>
      <dgm:t>
        <a:bodyPr/>
        <a:lstStyle/>
        <a:p>
          <a:pPr>
            <a:lnSpc>
              <a:spcPct val="100000"/>
            </a:lnSpc>
          </a:pPr>
          <a:r>
            <a:rPr lang="en-US" sz="2400"/>
            <a:t>Conclusion</a:t>
          </a:r>
        </a:p>
      </dgm:t>
    </dgm:pt>
    <dgm:pt modelId="{C7795428-5E1D-43ED-ACE6-D3CE7B7C77F6}" type="parTrans" cxnId="{A1D28EF0-7F0E-4812-A42C-2D388AEC231D}">
      <dgm:prSet/>
      <dgm:spPr/>
      <dgm:t>
        <a:bodyPr/>
        <a:lstStyle/>
        <a:p>
          <a:endParaRPr lang="en-US" sz="2400"/>
        </a:p>
      </dgm:t>
    </dgm:pt>
    <dgm:pt modelId="{7CB804C8-FD09-4D87-96E2-D214A0F7332C}" type="sibTrans" cxnId="{A1D28EF0-7F0E-4812-A42C-2D388AEC231D}">
      <dgm:prSet/>
      <dgm:spPr/>
      <dgm:t>
        <a:bodyPr/>
        <a:lstStyle/>
        <a:p>
          <a:endParaRPr lang="en-US" sz="2400"/>
        </a:p>
      </dgm:t>
    </dgm:pt>
    <dgm:pt modelId="{FE9167F2-1075-414B-BBC6-91FAA7F1693E}" type="pres">
      <dgm:prSet presAssocID="{08A1034C-2001-4665-B29D-5CA58163F880}" presName="root" presStyleCnt="0">
        <dgm:presLayoutVars>
          <dgm:dir/>
          <dgm:resizeHandles val="exact"/>
        </dgm:presLayoutVars>
      </dgm:prSet>
      <dgm:spPr/>
    </dgm:pt>
    <dgm:pt modelId="{B71278E3-56C1-4358-A592-95BB9CB0BEC9}" type="pres">
      <dgm:prSet presAssocID="{3CF9C678-CBB5-45AB-95CD-110E470830BF}" presName="compNode" presStyleCnt="0"/>
      <dgm:spPr/>
    </dgm:pt>
    <dgm:pt modelId="{31C90646-89C2-4893-B970-2378C9A89853}" type="pres">
      <dgm:prSet presAssocID="{3CF9C678-CBB5-45AB-95CD-110E470830BF}" presName="bgRect" presStyleLbl="bgShp" presStyleIdx="0" presStyleCnt="6"/>
      <dgm:spPr/>
    </dgm:pt>
    <dgm:pt modelId="{7D29764F-61D5-4F4F-9355-F41F846D8CDC}" type="pres">
      <dgm:prSet presAssocID="{3CF9C678-CBB5-45AB-95CD-110E470830B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4730E229-1E44-448A-9DF7-9FF7B3F8D71A}" type="pres">
      <dgm:prSet presAssocID="{3CF9C678-CBB5-45AB-95CD-110E470830BF}" presName="spaceRect" presStyleCnt="0"/>
      <dgm:spPr/>
    </dgm:pt>
    <dgm:pt modelId="{A1EE6B36-981A-4508-A2B7-7F656DE0104A}" type="pres">
      <dgm:prSet presAssocID="{3CF9C678-CBB5-45AB-95CD-110E470830BF}" presName="parTx" presStyleLbl="revTx" presStyleIdx="0" presStyleCnt="6">
        <dgm:presLayoutVars>
          <dgm:chMax val="0"/>
          <dgm:chPref val="0"/>
        </dgm:presLayoutVars>
      </dgm:prSet>
      <dgm:spPr/>
    </dgm:pt>
    <dgm:pt modelId="{8805E256-8865-4AB3-85F7-D3E7CC822DC1}" type="pres">
      <dgm:prSet presAssocID="{F5C0B7E2-99EE-452A-BD4B-DDB9E311503A}" presName="sibTrans" presStyleCnt="0"/>
      <dgm:spPr/>
    </dgm:pt>
    <dgm:pt modelId="{B8A16013-08BA-4F8D-912B-7ACFFE8B026F}" type="pres">
      <dgm:prSet presAssocID="{C45CE3BF-B473-407D-AFF5-F082B06A14B6}" presName="compNode" presStyleCnt="0"/>
      <dgm:spPr/>
    </dgm:pt>
    <dgm:pt modelId="{F20A6DF6-C7D3-4AC9-9FF2-9E40E1B71308}" type="pres">
      <dgm:prSet presAssocID="{C45CE3BF-B473-407D-AFF5-F082B06A14B6}" presName="bgRect" presStyleLbl="bgShp" presStyleIdx="1" presStyleCnt="6"/>
      <dgm:spPr/>
    </dgm:pt>
    <dgm:pt modelId="{24A0393D-575C-4ED8-96BD-A57A5FE6A102}" type="pres">
      <dgm:prSet presAssocID="{C45CE3BF-B473-407D-AFF5-F082B06A14B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3C2757E-A836-4C27-9D27-FFF094156599}" type="pres">
      <dgm:prSet presAssocID="{C45CE3BF-B473-407D-AFF5-F082B06A14B6}" presName="spaceRect" presStyleCnt="0"/>
      <dgm:spPr/>
    </dgm:pt>
    <dgm:pt modelId="{AE64AD20-2D52-4240-892E-7EAA804CD00A}" type="pres">
      <dgm:prSet presAssocID="{C45CE3BF-B473-407D-AFF5-F082B06A14B6}" presName="parTx" presStyleLbl="revTx" presStyleIdx="1" presStyleCnt="6">
        <dgm:presLayoutVars>
          <dgm:chMax val="0"/>
          <dgm:chPref val="0"/>
        </dgm:presLayoutVars>
      </dgm:prSet>
      <dgm:spPr/>
    </dgm:pt>
    <dgm:pt modelId="{40D9E531-52A1-4B8F-A37A-787FFAC0C8A2}" type="pres">
      <dgm:prSet presAssocID="{BAB4630B-6268-4834-8E8F-A66B0B5BFE17}" presName="sibTrans" presStyleCnt="0"/>
      <dgm:spPr/>
    </dgm:pt>
    <dgm:pt modelId="{63CE6A9D-5673-47F6-98D0-87DEBAC48B08}" type="pres">
      <dgm:prSet presAssocID="{7A243FBC-AD35-4107-8F74-721929757526}" presName="compNode" presStyleCnt="0"/>
      <dgm:spPr/>
    </dgm:pt>
    <dgm:pt modelId="{BD7295EA-6774-4C78-B0AA-691DEDA92C80}" type="pres">
      <dgm:prSet presAssocID="{7A243FBC-AD35-4107-8F74-721929757526}" presName="bgRect" presStyleLbl="bgShp" presStyleIdx="2" presStyleCnt="6"/>
      <dgm:spPr/>
    </dgm:pt>
    <dgm:pt modelId="{19C80952-0B14-46D7-A34D-D27384155AC7}" type="pres">
      <dgm:prSet presAssocID="{7A243FBC-AD35-4107-8F74-72192975752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C2E1EE1-F569-4E36-A857-8AE983C66398}" type="pres">
      <dgm:prSet presAssocID="{7A243FBC-AD35-4107-8F74-721929757526}" presName="spaceRect" presStyleCnt="0"/>
      <dgm:spPr/>
    </dgm:pt>
    <dgm:pt modelId="{F4133055-FC9C-45E8-A7C9-E48243046BD6}" type="pres">
      <dgm:prSet presAssocID="{7A243FBC-AD35-4107-8F74-721929757526}" presName="parTx" presStyleLbl="revTx" presStyleIdx="2" presStyleCnt="6">
        <dgm:presLayoutVars>
          <dgm:chMax val="0"/>
          <dgm:chPref val="0"/>
        </dgm:presLayoutVars>
      </dgm:prSet>
      <dgm:spPr/>
    </dgm:pt>
    <dgm:pt modelId="{FA51AD16-A2E6-4CD1-8E61-1E4CFD68E2B4}" type="pres">
      <dgm:prSet presAssocID="{7B838A1F-BA75-47B9-B84A-5BFAC91FDCA7}" presName="sibTrans" presStyleCnt="0"/>
      <dgm:spPr/>
    </dgm:pt>
    <dgm:pt modelId="{30591F33-9802-4573-BE19-6FDCF8890E7E}" type="pres">
      <dgm:prSet presAssocID="{9D73EE02-3B93-40C2-AA0A-C06133759355}" presName="compNode" presStyleCnt="0"/>
      <dgm:spPr/>
    </dgm:pt>
    <dgm:pt modelId="{809F7D35-CBEE-4729-992E-758B27FD4650}" type="pres">
      <dgm:prSet presAssocID="{9D73EE02-3B93-40C2-AA0A-C06133759355}" presName="bgRect" presStyleLbl="bgShp" presStyleIdx="3" presStyleCnt="6"/>
      <dgm:spPr/>
    </dgm:pt>
    <dgm:pt modelId="{EEF4FE75-B360-4176-8AA4-262454757DC0}" type="pres">
      <dgm:prSet presAssocID="{9D73EE02-3B93-40C2-AA0A-C0613375935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19C4C89B-B661-4331-AD24-31F26352AF4A}" type="pres">
      <dgm:prSet presAssocID="{9D73EE02-3B93-40C2-AA0A-C06133759355}" presName="spaceRect" presStyleCnt="0"/>
      <dgm:spPr/>
    </dgm:pt>
    <dgm:pt modelId="{56B56EA5-BB2F-47D9-8291-0684F79B8F8F}" type="pres">
      <dgm:prSet presAssocID="{9D73EE02-3B93-40C2-AA0A-C06133759355}" presName="parTx" presStyleLbl="revTx" presStyleIdx="3" presStyleCnt="6">
        <dgm:presLayoutVars>
          <dgm:chMax val="0"/>
          <dgm:chPref val="0"/>
        </dgm:presLayoutVars>
      </dgm:prSet>
      <dgm:spPr/>
    </dgm:pt>
    <dgm:pt modelId="{93795A49-5CFF-4C1A-B3A5-570FCBA2DC1A}" type="pres">
      <dgm:prSet presAssocID="{ABAA8484-A4F9-49B5-864C-ACD0FEB180C1}" presName="sibTrans" presStyleCnt="0"/>
      <dgm:spPr/>
    </dgm:pt>
    <dgm:pt modelId="{06D99AB1-5416-4A63-98A2-0893EF9D647F}" type="pres">
      <dgm:prSet presAssocID="{6BC24B2D-32EE-44E9-87AC-35FC7F935E57}" presName="compNode" presStyleCnt="0"/>
      <dgm:spPr/>
    </dgm:pt>
    <dgm:pt modelId="{D209269A-583E-47AE-8F24-66289C46D687}" type="pres">
      <dgm:prSet presAssocID="{6BC24B2D-32EE-44E9-87AC-35FC7F935E57}" presName="bgRect" presStyleLbl="bgShp" presStyleIdx="4" presStyleCnt="6"/>
      <dgm:spPr/>
    </dgm:pt>
    <dgm:pt modelId="{D244399B-580D-49B6-8901-47246E489D06}" type="pres">
      <dgm:prSet presAssocID="{6BC24B2D-32EE-44E9-87AC-35FC7F935E5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rama"/>
        </a:ext>
      </dgm:extLst>
    </dgm:pt>
    <dgm:pt modelId="{2324E60A-B5C9-4F60-8322-05F303EAF461}" type="pres">
      <dgm:prSet presAssocID="{6BC24B2D-32EE-44E9-87AC-35FC7F935E57}" presName="spaceRect" presStyleCnt="0"/>
      <dgm:spPr/>
    </dgm:pt>
    <dgm:pt modelId="{46932361-25B6-4329-A259-D44B751465D7}" type="pres">
      <dgm:prSet presAssocID="{6BC24B2D-32EE-44E9-87AC-35FC7F935E57}" presName="parTx" presStyleLbl="revTx" presStyleIdx="4" presStyleCnt="6">
        <dgm:presLayoutVars>
          <dgm:chMax val="0"/>
          <dgm:chPref val="0"/>
        </dgm:presLayoutVars>
      </dgm:prSet>
      <dgm:spPr/>
    </dgm:pt>
    <dgm:pt modelId="{B0444DC3-DF42-486D-9856-CDA57E77FA3F}" type="pres">
      <dgm:prSet presAssocID="{6CFA3524-272A-4919-80DC-E987AA601C3F}" presName="sibTrans" presStyleCnt="0"/>
      <dgm:spPr/>
    </dgm:pt>
    <dgm:pt modelId="{CE1962AF-E0BE-4F76-B097-D9CA4C04C119}" type="pres">
      <dgm:prSet presAssocID="{C0EF8339-9344-4A99-B1E4-5FD2FF990951}" presName="compNode" presStyleCnt="0"/>
      <dgm:spPr/>
    </dgm:pt>
    <dgm:pt modelId="{8F2CB195-D858-4539-8963-103665B87CBB}" type="pres">
      <dgm:prSet presAssocID="{C0EF8339-9344-4A99-B1E4-5FD2FF990951}" presName="bgRect" presStyleLbl="bgShp" presStyleIdx="5" presStyleCnt="6"/>
      <dgm:spPr/>
    </dgm:pt>
    <dgm:pt modelId="{A45B7EF4-4D0A-4218-BBD4-227E0FCBEB37}" type="pres">
      <dgm:prSet presAssocID="{C0EF8339-9344-4A99-B1E4-5FD2FF99095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CAA3AF6-EA3E-4D01-985C-D28C8898F72E}" type="pres">
      <dgm:prSet presAssocID="{C0EF8339-9344-4A99-B1E4-5FD2FF990951}" presName="spaceRect" presStyleCnt="0"/>
      <dgm:spPr/>
    </dgm:pt>
    <dgm:pt modelId="{4943066E-79EB-4CBF-B3A3-406C75327730}" type="pres">
      <dgm:prSet presAssocID="{C0EF8339-9344-4A99-B1E4-5FD2FF990951}" presName="parTx" presStyleLbl="revTx" presStyleIdx="5" presStyleCnt="6">
        <dgm:presLayoutVars>
          <dgm:chMax val="0"/>
          <dgm:chPref val="0"/>
        </dgm:presLayoutVars>
      </dgm:prSet>
      <dgm:spPr/>
    </dgm:pt>
  </dgm:ptLst>
  <dgm:cxnLst>
    <dgm:cxn modelId="{0F63E407-777B-4F02-8088-B49560882A5A}" srcId="{08A1034C-2001-4665-B29D-5CA58163F880}" destId="{3CF9C678-CBB5-45AB-95CD-110E470830BF}" srcOrd="0" destOrd="0" parTransId="{DDE2F24E-063D-4647-B427-7A7955852FA9}" sibTransId="{F5C0B7E2-99EE-452A-BD4B-DDB9E311503A}"/>
    <dgm:cxn modelId="{40D2790F-A23E-4EB7-BE79-0D3F6A3547F8}" type="presOf" srcId="{08A1034C-2001-4665-B29D-5CA58163F880}" destId="{FE9167F2-1075-414B-BBC6-91FAA7F1693E}" srcOrd="0" destOrd="0" presId="urn:microsoft.com/office/officeart/2018/2/layout/IconVerticalSolidList"/>
    <dgm:cxn modelId="{84F64527-A4F3-4D65-918E-F4E3F9E22365}" srcId="{08A1034C-2001-4665-B29D-5CA58163F880}" destId="{C45CE3BF-B473-407D-AFF5-F082B06A14B6}" srcOrd="1" destOrd="0" parTransId="{9C9426A9-73BA-4C88-BF42-E556B83120DB}" sibTransId="{BAB4630B-6268-4834-8E8F-A66B0B5BFE17}"/>
    <dgm:cxn modelId="{73B83930-4CFA-4B5A-A9F2-D67349BDB8D7}" srcId="{08A1034C-2001-4665-B29D-5CA58163F880}" destId="{9D73EE02-3B93-40C2-AA0A-C06133759355}" srcOrd="3" destOrd="0" parTransId="{87E45BDB-E060-4843-AA99-1B2E72718CB7}" sibTransId="{ABAA8484-A4F9-49B5-864C-ACD0FEB180C1}"/>
    <dgm:cxn modelId="{F5772436-1909-415A-A188-B7F94C43A4E9}" type="presOf" srcId="{3CF9C678-CBB5-45AB-95CD-110E470830BF}" destId="{A1EE6B36-981A-4508-A2B7-7F656DE0104A}" srcOrd="0" destOrd="0" presId="urn:microsoft.com/office/officeart/2018/2/layout/IconVerticalSolidList"/>
    <dgm:cxn modelId="{3504245A-BEAB-4301-9F63-BA9D92C53442}" type="presOf" srcId="{6BC24B2D-32EE-44E9-87AC-35FC7F935E57}" destId="{46932361-25B6-4329-A259-D44B751465D7}" srcOrd="0" destOrd="0" presId="urn:microsoft.com/office/officeart/2018/2/layout/IconVerticalSolidList"/>
    <dgm:cxn modelId="{E4AE2D6B-E53A-471F-A690-75A038ED7319}" srcId="{08A1034C-2001-4665-B29D-5CA58163F880}" destId="{6BC24B2D-32EE-44E9-87AC-35FC7F935E57}" srcOrd="4" destOrd="0" parTransId="{97321508-BD69-4544-8049-0953255E9B67}" sibTransId="{6CFA3524-272A-4919-80DC-E987AA601C3F}"/>
    <dgm:cxn modelId="{2697FA85-CF56-44C1-B3FC-89CBF043C508}" srcId="{08A1034C-2001-4665-B29D-5CA58163F880}" destId="{7A243FBC-AD35-4107-8F74-721929757526}" srcOrd="2" destOrd="0" parTransId="{ED357439-67AB-4FA6-B9B6-253AAAFBAB25}" sibTransId="{7B838A1F-BA75-47B9-B84A-5BFAC91FDCA7}"/>
    <dgm:cxn modelId="{CD88BA9B-852C-4C07-9C7A-C7C06E5E885C}" type="presOf" srcId="{9D73EE02-3B93-40C2-AA0A-C06133759355}" destId="{56B56EA5-BB2F-47D9-8291-0684F79B8F8F}" srcOrd="0" destOrd="0" presId="urn:microsoft.com/office/officeart/2018/2/layout/IconVerticalSolidList"/>
    <dgm:cxn modelId="{2B8E54A6-A6DE-4C81-99B1-82AFE74BD56B}" type="presOf" srcId="{7A243FBC-AD35-4107-8F74-721929757526}" destId="{F4133055-FC9C-45E8-A7C9-E48243046BD6}" srcOrd="0" destOrd="0" presId="urn:microsoft.com/office/officeart/2018/2/layout/IconVerticalSolidList"/>
    <dgm:cxn modelId="{52FACDD4-D279-4016-A323-864C5D8F1A3F}" type="presOf" srcId="{C0EF8339-9344-4A99-B1E4-5FD2FF990951}" destId="{4943066E-79EB-4CBF-B3A3-406C75327730}" srcOrd="0" destOrd="0" presId="urn:microsoft.com/office/officeart/2018/2/layout/IconVerticalSolidList"/>
    <dgm:cxn modelId="{A1D28EF0-7F0E-4812-A42C-2D388AEC231D}" srcId="{08A1034C-2001-4665-B29D-5CA58163F880}" destId="{C0EF8339-9344-4A99-B1E4-5FD2FF990951}" srcOrd="5" destOrd="0" parTransId="{C7795428-5E1D-43ED-ACE6-D3CE7B7C77F6}" sibTransId="{7CB804C8-FD09-4D87-96E2-D214A0F7332C}"/>
    <dgm:cxn modelId="{31BEAAF8-3424-4A80-9713-AE1C0E0C7DCF}" type="presOf" srcId="{C45CE3BF-B473-407D-AFF5-F082B06A14B6}" destId="{AE64AD20-2D52-4240-892E-7EAA804CD00A}" srcOrd="0" destOrd="0" presId="urn:microsoft.com/office/officeart/2018/2/layout/IconVerticalSolidList"/>
    <dgm:cxn modelId="{01D96A18-1E30-4EA3-B933-9B9F49D412E0}" type="presParOf" srcId="{FE9167F2-1075-414B-BBC6-91FAA7F1693E}" destId="{B71278E3-56C1-4358-A592-95BB9CB0BEC9}" srcOrd="0" destOrd="0" presId="urn:microsoft.com/office/officeart/2018/2/layout/IconVerticalSolidList"/>
    <dgm:cxn modelId="{19FEE875-09EF-47C2-83CE-F74A6E04B9CD}" type="presParOf" srcId="{B71278E3-56C1-4358-A592-95BB9CB0BEC9}" destId="{31C90646-89C2-4893-B970-2378C9A89853}" srcOrd="0" destOrd="0" presId="urn:microsoft.com/office/officeart/2018/2/layout/IconVerticalSolidList"/>
    <dgm:cxn modelId="{9D32CDBD-CE05-4F53-BA63-299E609887E6}" type="presParOf" srcId="{B71278E3-56C1-4358-A592-95BB9CB0BEC9}" destId="{7D29764F-61D5-4F4F-9355-F41F846D8CDC}" srcOrd="1" destOrd="0" presId="urn:microsoft.com/office/officeart/2018/2/layout/IconVerticalSolidList"/>
    <dgm:cxn modelId="{7D0C8792-126F-4CCD-B78F-3AAD623A9135}" type="presParOf" srcId="{B71278E3-56C1-4358-A592-95BB9CB0BEC9}" destId="{4730E229-1E44-448A-9DF7-9FF7B3F8D71A}" srcOrd="2" destOrd="0" presId="urn:microsoft.com/office/officeart/2018/2/layout/IconVerticalSolidList"/>
    <dgm:cxn modelId="{77C1B177-66C3-476D-A294-20BA999ABD35}" type="presParOf" srcId="{B71278E3-56C1-4358-A592-95BB9CB0BEC9}" destId="{A1EE6B36-981A-4508-A2B7-7F656DE0104A}" srcOrd="3" destOrd="0" presId="urn:microsoft.com/office/officeart/2018/2/layout/IconVerticalSolidList"/>
    <dgm:cxn modelId="{CAC1BE9A-C5D1-404A-A7EE-5682C76029D9}" type="presParOf" srcId="{FE9167F2-1075-414B-BBC6-91FAA7F1693E}" destId="{8805E256-8865-4AB3-85F7-D3E7CC822DC1}" srcOrd="1" destOrd="0" presId="urn:microsoft.com/office/officeart/2018/2/layout/IconVerticalSolidList"/>
    <dgm:cxn modelId="{A35E16D8-C1D8-4DD6-B15C-FA6BCB0EB7E4}" type="presParOf" srcId="{FE9167F2-1075-414B-BBC6-91FAA7F1693E}" destId="{B8A16013-08BA-4F8D-912B-7ACFFE8B026F}" srcOrd="2" destOrd="0" presId="urn:microsoft.com/office/officeart/2018/2/layout/IconVerticalSolidList"/>
    <dgm:cxn modelId="{359E2530-C72D-4328-8DEA-36465DDEC355}" type="presParOf" srcId="{B8A16013-08BA-4F8D-912B-7ACFFE8B026F}" destId="{F20A6DF6-C7D3-4AC9-9FF2-9E40E1B71308}" srcOrd="0" destOrd="0" presId="urn:microsoft.com/office/officeart/2018/2/layout/IconVerticalSolidList"/>
    <dgm:cxn modelId="{9199C1D8-049F-42E0-8C5F-EC58DE733988}" type="presParOf" srcId="{B8A16013-08BA-4F8D-912B-7ACFFE8B026F}" destId="{24A0393D-575C-4ED8-96BD-A57A5FE6A102}" srcOrd="1" destOrd="0" presId="urn:microsoft.com/office/officeart/2018/2/layout/IconVerticalSolidList"/>
    <dgm:cxn modelId="{58273D57-4603-4A64-BC86-BA06581C0103}" type="presParOf" srcId="{B8A16013-08BA-4F8D-912B-7ACFFE8B026F}" destId="{A3C2757E-A836-4C27-9D27-FFF094156599}" srcOrd="2" destOrd="0" presId="urn:microsoft.com/office/officeart/2018/2/layout/IconVerticalSolidList"/>
    <dgm:cxn modelId="{82CEA7F5-92D9-4FBC-A814-0E1800EC6B5A}" type="presParOf" srcId="{B8A16013-08BA-4F8D-912B-7ACFFE8B026F}" destId="{AE64AD20-2D52-4240-892E-7EAA804CD00A}" srcOrd="3" destOrd="0" presId="urn:microsoft.com/office/officeart/2018/2/layout/IconVerticalSolidList"/>
    <dgm:cxn modelId="{BF6D870F-809C-4701-B576-48D911356B3F}" type="presParOf" srcId="{FE9167F2-1075-414B-BBC6-91FAA7F1693E}" destId="{40D9E531-52A1-4B8F-A37A-787FFAC0C8A2}" srcOrd="3" destOrd="0" presId="urn:microsoft.com/office/officeart/2018/2/layout/IconVerticalSolidList"/>
    <dgm:cxn modelId="{B38F3219-6717-4FFA-AE3E-CADA466FA3FC}" type="presParOf" srcId="{FE9167F2-1075-414B-BBC6-91FAA7F1693E}" destId="{63CE6A9D-5673-47F6-98D0-87DEBAC48B08}" srcOrd="4" destOrd="0" presId="urn:microsoft.com/office/officeart/2018/2/layout/IconVerticalSolidList"/>
    <dgm:cxn modelId="{06DE5C64-69B4-4BF1-BB34-45D5AE80E038}" type="presParOf" srcId="{63CE6A9D-5673-47F6-98D0-87DEBAC48B08}" destId="{BD7295EA-6774-4C78-B0AA-691DEDA92C80}" srcOrd="0" destOrd="0" presId="urn:microsoft.com/office/officeart/2018/2/layout/IconVerticalSolidList"/>
    <dgm:cxn modelId="{D16F125B-9985-49A1-8879-70786CCA516D}" type="presParOf" srcId="{63CE6A9D-5673-47F6-98D0-87DEBAC48B08}" destId="{19C80952-0B14-46D7-A34D-D27384155AC7}" srcOrd="1" destOrd="0" presId="urn:microsoft.com/office/officeart/2018/2/layout/IconVerticalSolidList"/>
    <dgm:cxn modelId="{9C6D5B97-E90D-4ACC-B92E-B4758B359578}" type="presParOf" srcId="{63CE6A9D-5673-47F6-98D0-87DEBAC48B08}" destId="{6C2E1EE1-F569-4E36-A857-8AE983C66398}" srcOrd="2" destOrd="0" presId="urn:microsoft.com/office/officeart/2018/2/layout/IconVerticalSolidList"/>
    <dgm:cxn modelId="{8C3FF098-4C74-411D-A72E-A1BFA98BB397}" type="presParOf" srcId="{63CE6A9D-5673-47F6-98D0-87DEBAC48B08}" destId="{F4133055-FC9C-45E8-A7C9-E48243046BD6}" srcOrd="3" destOrd="0" presId="urn:microsoft.com/office/officeart/2018/2/layout/IconVerticalSolidList"/>
    <dgm:cxn modelId="{C624B1E1-2F18-4AFF-A06C-5A339D0B303B}" type="presParOf" srcId="{FE9167F2-1075-414B-BBC6-91FAA7F1693E}" destId="{FA51AD16-A2E6-4CD1-8E61-1E4CFD68E2B4}" srcOrd="5" destOrd="0" presId="urn:microsoft.com/office/officeart/2018/2/layout/IconVerticalSolidList"/>
    <dgm:cxn modelId="{D6D81EEA-6373-4ED6-9B4A-5B1D972E221C}" type="presParOf" srcId="{FE9167F2-1075-414B-BBC6-91FAA7F1693E}" destId="{30591F33-9802-4573-BE19-6FDCF8890E7E}" srcOrd="6" destOrd="0" presId="urn:microsoft.com/office/officeart/2018/2/layout/IconVerticalSolidList"/>
    <dgm:cxn modelId="{D935ADC2-515B-4DFC-BB2F-85A0C397D746}" type="presParOf" srcId="{30591F33-9802-4573-BE19-6FDCF8890E7E}" destId="{809F7D35-CBEE-4729-992E-758B27FD4650}" srcOrd="0" destOrd="0" presId="urn:microsoft.com/office/officeart/2018/2/layout/IconVerticalSolidList"/>
    <dgm:cxn modelId="{1A2BB099-4BB1-4554-A672-5BACE8183800}" type="presParOf" srcId="{30591F33-9802-4573-BE19-6FDCF8890E7E}" destId="{EEF4FE75-B360-4176-8AA4-262454757DC0}" srcOrd="1" destOrd="0" presId="urn:microsoft.com/office/officeart/2018/2/layout/IconVerticalSolidList"/>
    <dgm:cxn modelId="{F8262741-442E-49E4-991E-B36A04635BB2}" type="presParOf" srcId="{30591F33-9802-4573-BE19-6FDCF8890E7E}" destId="{19C4C89B-B661-4331-AD24-31F26352AF4A}" srcOrd="2" destOrd="0" presId="urn:microsoft.com/office/officeart/2018/2/layout/IconVerticalSolidList"/>
    <dgm:cxn modelId="{F2646642-EE1B-4E96-A888-24A540FF03FA}" type="presParOf" srcId="{30591F33-9802-4573-BE19-6FDCF8890E7E}" destId="{56B56EA5-BB2F-47D9-8291-0684F79B8F8F}" srcOrd="3" destOrd="0" presId="urn:microsoft.com/office/officeart/2018/2/layout/IconVerticalSolidList"/>
    <dgm:cxn modelId="{C571DA2A-43B6-4159-98CD-3A44530C4E3D}" type="presParOf" srcId="{FE9167F2-1075-414B-BBC6-91FAA7F1693E}" destId="{93795A49-5CFF-4C1A-B3A5-570FCBA2DC1A}" srcOrd="7" destOrd="0" presId="urn:microsoft.com/office/officeart/2018/2/layout/IconVerticalSolidList"/>
    <dgm:cxn modelId="{DFFEC4AE-441D-4E84-9E12-C42AAC58E758}" type="presParOf" srcId="{FE9167F2-1075-414B-BBC6-91FAA7F1693E}" destId="{06D99AB1-5416-4A63-98A2-0893EF9D647F}" srcOrd="8" destOrd="0" presId="urn:microsoft.com/office/officeart/2018/2/layout/IconVerticalSolidList"/>
    <dgm:cxn modelId="{D202DD5D-C106-44BD-B154-B0227942887C}" type="presParOf" srcId="{06D99AB1-5416-4A63-98A2-0893EF9D647F}" destId="{D209269A-583E-47AE-8F24-66289C46D687}" srcOrd="0" destOrd="0" presId="urn:microsoft.com/office/officeart/2018/2/layout/IconVerticalSolidList"/>
    <dgm:cxn modelId="{2F322BB4-BB2E-4FBC-B624-0B2E3D632455}" type="presParOf" srcId="{06D99AB1-5416-4A63-98A2-0893EF9D647F}" destId="{D244399B-580D-49B6-8901-47246E489D06}" srcOrd="1" destOrd="0" presId="urn:microsoft.com/office/officeart/2018/2/layout/IconVerticalSolidList"/>
    <dgm:cxn modelId="{B4AF53FE-DE91-4C0E-BE38-B322256FDB38}" type="presParOf" srcId="{06D99AB1-5416-4A63-98A2-0893EF9D647F}" destId="{2324E60A-B5C9-4F60-8322-05F303EAF461}" srcOrd="2" destOrd="0" presId="urn:microsoft.com/office/officeart/2018/2/layout/IconVerticalSolidList"/>
    <dgm:cxn modelId="{7881A6BF-45C8-4D1E-A9CA-39123E34DAFA}" type="presParOf" srcId="{06D99AB1-5416-4A63-98A2-0893EF9D647F}" destId="{46932361-25B6-4329-A259-D44B751465D7}" srcOrd="3" destOrd="0" presId="urn:microsoft.com/office/officeart/2018/2/layout/IconVerticalSolidList"/>
    <dgm:cxn modelId="{7267B782-3440-4DC7-9E34-C932F6DF694B}" type="presParOf" srcId="{FE9167F2-1075-414B-BBC6-91FAA7F1693E}" destId="{B0444DC3-DF42-486D-9856-CDA57E77FA3F}" srcOrd="9" destOrd="0" presId="urn:microsoft.com/office/officeart/2018/2/layout/IconVerticalSolidList"/>
    <dgm:cxn modelId="{5546DDD6-C218-4C15-AAC4-0AA1152983E7}" type="presParOf" srcId="{FE9167F2-1075-414B-BBC6-91FAA7F1693E}" destId="{CE1962AF-E0BE-4F76-B097-D9CA4C04C119}" srcOrd="10" destOrd="0" presId="urn:microsoft.com/office/officeart/2018/2/layout/IconVerticalSolidList"/>
    <dgm:cxn modelId="{4C2982D3-9FBD-443F-850B-6F2A9508D8ED}" type="presParOf" srcId="{CE1962AF-E0BE-4F76-B097-D9CA4C04C119}" destId="{8F2CB195-D858-4539-8963-103665B87CBB}" srcOrd="0" destOrd="0" presId="urn:microsoft.com/office/officeart/2018/2/layout/IconVerticalSolidList"/>
    <dgm:cxn modelId="{BF2B284D-64C3-4C99-B0A3-82385A60DE50}" type="presParOf" srcId="{CE1962AF-E0BE-4F76-B097-D9CA4C04C119}" destId="{A45B7EF4-4D0A-4218-BBD4-227E0FCBEB37}" srcOrd="1" destOrd="0" presId="urn:microsoft.com/office/officeart/2018/2/layout/IconVerticalSolidList"/>
    <dgm:cxn modelId="{CDDD654B-3F9A-4B0D-85DE-A837E41B161E}" type="presParOf" srcId="{CE1962AF-E0BE-4F76-B097-D9CA4C04C119}" destId="{4CAA3AF6-EA3E-4D01-985C-D28C8898F72E}" srcOrd="2" destOrd="0" presId="urn:microsoft.com/office/officeart/2018/2/layout/IconVerticalSolidList"/>
    <dgm:cxn modelId="{6445F4B9-402F-420F-AD6B-3DA3625DD8A7}" type="presParOf" srcId="{CE1962AF-E0BE-4F76-B097-D9CA4C04C119}" destId="{4943066E-79EB-4CBF-B3A3-406C753277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8A1034C-2001-4665-B29D-5CA58163F8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F9C678-CBB5-45AB-95CD-110E470830BF}">
      <dgm:prSet custT="1"/>
      <dgm:spPr/>
      <dgm:t>
        <a:bodyPr/>
        <a:lstStyle/>
        <a:p>
          <a:pPr>
            <a:lnSpc>
              <a:spcPct val="100000"/>
            </a:lnSpc>
          </a:pPr>
          <a:r>
            <a:rPr lang="en-US" sz="2400" dirty="0">
              <a:solidFill>
                <a:srgbClr val="C00000"/>
              </a:solidFill>
            </a:rPr>
            <a:t>Brief on Challenge – as I understood it</a:t>
          </a:r>
        </a:p>
      </dgm:t>
    </dgm:pt>
    <dgm:pt modelId="{DDE2F24E-063D-4647-B427-7A7955852FA9}" type="parTrans" cxnId="{0F63E407-777B-4F02-8088-B49560882A5A}">
      <dgm:prSet/>
      <dgm:spPr/>
      <dgm:t>
        <a:bodyPr/>
        <a:lstStyle/>
        <a:p>
          <a:endParaRPr lang="en-US" sz="2400"/>
        </a:p>
      </dgm:t>
    </dgm:pt>
    <dgm:pt modelId="{F5C0B7E2-99EE-452A-BD4B-DDB9E311503A}" type="sibTrans" cxnId="{0F63E407-777B-4F02-8088-B49560882A5A}">
      <dgm:prSet/>
      <dgm:spPr/>
      <dgm:t>
        <a:bodyPr/>
        <a:lstStyle/>
        <a:p>
          <a:endParaRPr lang="en-US" sz="2400"/>
        </a:p>
      </dgm:t>
    </dgm:pt>
    <dgm:pt modelId="{C45CE3BF-B473-407D-AFF5-F082B06A14B6}">
      <dgm:prSet custT="1"/>
      <dgm:spPr/>
      <dgm:t>
        <a:bodyPr/>
        <a:lstStyle/>
        <a:p>
          <a:pPr>
            <a:lnSpc>
              <a:spcPct val="100000"/>
            </a:lnSpc>
          </a:pPr>
          <a:r>
            <a:rPr lang="en-US" sz="2400" dirty="0">
              <a:solidFill>
                <a:srgbClr val="C00000"/>
              </a:solidFill>
            </a:rPr>
            <a:t>Data preparation</a:t>
          </a:r>
        </a:p>
      </dgm:t>
    </dgm:pt>
    <dgm:pt modelId="{9C9426A9-73BA-4C88-BF42-E556B83120DB}" type="parTrans" cxnId="{84F64527-A4F3-4D65-918E-F4E3F9E22365}">
      <dgm:prSet/>
      <dgm:spPr/>
      <dgm:t>
        <a:bodyPr/>
        <a:lstStyle/>
        <a:p>
          <a:endParaRPr lang="en-US" sz="2400"/>
        </a:p>
      </dgm:t>
    </dgm:pt>
    <dgm:pt modelId="{BAB4630B-6268-4834-8E8F-A66B0B5BFE17}" type="sibTrans" cxnId="{84F64527-A4F3-4D65-918E-F4E3F9E22365}">
      <dgm:prSet/>
      <dgm:spPr/>
      <dgm:t>
        <a:bodyPr/>
        <a:lstStyle/>
        <a:p>
          <a:endParaRPr lang="en-US" sz="2400"/>
        </a:p>
      </dgm:t>
    </dgm:pt>
    <dgm:pt modelId="{7A243FBC-AD35-4107-8F74-721929757526}">
      <dgm:prSet custT="1"/>
      <dgm:spPr/>
      <dgm:t>
        <a:bodyPr/>
        <a:lstStyle/>
        <a:p>
          <a:pPr>
            <a:lnSpc>
              <a:spcPct val="100000"/>
            </a:lnSpc>
          </a:pPr>
          <a:r>
            <a:rPr lang="en-US" sz="2400" dirty="0">
              <a:solidFill>
                <a:srgbClr val="C00000"/>
              </a:solidFill>
            </a:rPr>
            <a:t>Feature engineering</a:t>
          </a:r>
        </a:p>
      </dgm:t>
    </dgm:pt>
    <dgm:pt modelId="{ED357439-67AB-4FA6-B9B6-253AAAFBAB25}" type="parTrans" cxnId="{2697FA85-CF56-44C1-B3FC-89CBF043C508}">
      <dgm:prSet/>
      <dgm:spPr/>
      <dgm:t>
        <a:bodyPr/>
        <a:lstStyle/>
        <a:p>
          <a:endParaRPr lang="en-US" sz="2400"/>
        </a:p>
      </dgm:t>
    </dgm:pt>
    <dgm:pt modelId="{7B838A1F-BA75-47B9-B84A-5BFAC91FDCA7}" type="sibTrans" cxnId="{2697FA85-CF56-44C1-B3FC-89CBF043C508}">
      <dgm:prSet/>
      <dgm:spPr/>
      <dgm:t>
        <a:bodyPr/>
        <a:lstStyle/>
        <a:p>
          <a:endParaRPr lang="en-US" sz="2400"/>
        </a:p>
      </dgm:t>
    </dgm:pt>
    <dgm:pt modelId="{9D73EE02-3B93-40C2-AA0A-C06133759355}">
      <dgm:prSet custT="1"/>
      <dgm:spPr/>
      <dgm:t>
        <a:bodyPr/>
        <a:lstStyle/>
        <a:p>
          <a:pPr>
            <a:lnSpc>
              <a:spcPct val="100000"/>
            </a:lnSpc>
          </a:pPr>
          <a:r>
            <a:rPr lang="en-US" sz="2400" dirty="0">
              <a:solidFill>
                <a:srgbClr val="C00000"/>
              </a:solidFill>
            </a:rPr>
            <a:t>Modelling methodology</a:t>
          </a:r>
        </a:p>
      </dgm:t>
    </dgm:pt>
    <dgm:pt modelId="{87E45BDB-E060-4843-AA99-1B2E72718CB7}" type="parTrans" cxnId="{73B83930-4CFA-4B5A-A9F2-D67349BDB8D7}">
      <dgm:prSet/>
      <dgm:spPr/>
      <dgm:t>
        <a:bodyPr/>
        <a:lstStyle/>
        <a:p>
          <a:endParaRPr lang="en-US" sz="2400"/>
        </a:p>
      </dgm:t>
    </dgm:pt>
    <dgm:pt modelId="{ABAA8484-A4F9-49B5-864C-ACD0FEB180C1}" type="sibTrans" cxnId="{73B83930-4CFA-4B5A-A9F2-D67349BDB8D7}">
      <dgm:prSet/>
      <dgm:spPr/>
      <dgm:t>
        <a:bodyPr/>
        <a:lstStyle/>
        <a:p>
          <a:endParaRPr lang="en-US" sz="2400"/>
        </a:p>
      </dgm:t>
    </dgm:pt>
    <dgm:pt modelId="{6BC24B2D-32EE-44E9-87AC-35FC7F935E57}">
      <dgm:prSet custT="1"/>
      <dgm:spPr/>
      <dgm:t>
        <a:bodyPr/>
        <a:lstStyle/>
        <a:p>
          <a:pPr>
            <a:lnSpc>
              <a:spcPct val="100000"/>
            </a:lnSpc>
          </a:pPr>
          <a:r>
            <a:rPr lang="en-US" sz="2400" dirty="0">
              <a:solidFill>
                <a:srgbClr val="C00000"/>
              </a:solidFill>
            </a:rPr>
            <a:t>Ensemble strategy</a:t>
          </a:r>
        </a:p>
      </dgm:t>
    </dgm:pt>
    <dgm:pt modelId="{97321508-BD69-4544-8049-0953255E9B67}" type="parTrans" cxnId="{E4AE2D6B-E53A-471F-A690-75A038ED7319}">
      <dgm:prSet/>
      <dgm:spPr/>
      <dgm:t>
        <a:bodyPr/>
        <a:lstStyle/>
        <a:p>
          <a:endParaRPr lang="en-US" sz="2400"/>
        </a:p>
      </dgm:t>
    </dgm:pt>
    <dgm:pt modelId="{6CFA3524-272A-4919-80DC-E987AA601C3F}" type="sibTrans" cxnId="{E4AE2D6B-E53A-471F-A690-75A038ED7319}">
      <dgm:prSet/>
      <dgm:spPr/>
      <dgm:t>
        <a:bodyPr/>
        <a:lstStyle/>
        <a:p>
          <a:endParaRPr lang="en-US" sz="2400"/>
        </a:p>
      </dgm:t>
    </dgm:pt>
    <dgm:pt modelId="{C0EF8339-9344-4A99-B1E4-5FD2FF990951}">
      <dgm:prSet custT="1"/>
      <dgm:spPr/>
      <dgm:t>
        <a:bodyPr/>
        <a:lstStyle/>
        <a:p>
          <a:pPr>
            <a:lnSpc>
              <a:spcPct val="100000"/>
            </a:lnSpc>
          </a:pPr>
          <a:r>
            <a:rPr lang="en-US" sz="2400" dirty="0">
              <a:solidFill>
                <a:srgbClr val="C00000"/>
              </a:solidFill>
            </a:rPr>
            <a:t>Conclusion</a:t>
          </a:r>
        </a:p>
      </dgm:t>
    </dgm:pt>
    <dgm:pt modelId="{C7795428-5E1D-43ED-ACE6-D3CE7B7C77F6}" type="parTrans" cxnId="{A1D28EF0-7F0E-4812-A42C-2D388AEC231D}">
      <dgm:prSet/>
      <dgm:spPr/>
      <dgm:t>
        <a:bodyPr/>
        <a:lstStyle/>
        <a:p>
          <a:endParaRPr lang="en-US" sz="2400"/>
        </a:p>
      </dgm:t>
    </dgm:pt>
    <dgm:pt modelId="{7CB804C8-FD09-4D87-96E2-D214A0F7332C}" type="sibTrans" cxnId="{A1D28EF0-7F0E-4812-A42C-2D388AEC231D}">
      <dgm:prSet/>
      <dgm:spPr/>
      <dgm:t>
        <a:bodyPr/>
        <a:lstStyle/>
        <a:p>
          <a:endParaRPr lang="en-US" sz="2400"/>
        </a:p>
      </dgm:t>
    </dgm:pt>
    <dgm:pt modelId="{FE9167F2-1075-414B-BBC6-91FAA7F1693E}" type="pres">
      <dgm:prSet presAssocID="{08A1034C-2001-4665-B29D-5CA58163F880}" presName="root" presStyleCnt="0">
        <dgm:presLayoutVars>
          <dgm:dir/>
          <dgm:resizeHandles val="exact"/>
        </dgm:presLayoutVars>
      </dgm:prSet>
      <dgm:spPr/>
    </dgm:pt>
    <dgm:pt modelId="{B71278E3-56C1-4358-A592-95BB9CB0BEC9}" type="pres">
      <dgm:prSet presAssocID="{3CF9C678-CBB5-45AB-95CD-110E470830BF}" presName="compNode" presStyleCnt="0"/>
      <dgm:spPr/>
    </dgm:pt>
    <dgm:pt modelId="{31C90646-89C2-4893-B970-2378C9A89853}" type="pres">
      <dgm:prSet presAssocID="{3CF9C678-CBB5-45AB-95CD-110E470830BF}" presName="bgRect" presStyleLbl="bgShp" presStyleIdx="0" presStyleCnt="6"/>
      <dgm:spPr/>
    </dgm:pt>
    <dgm:pt modelId="{7D29764F-61D5-4F4F-9355-F41F846D8CDC}" type="pres">
      <dgm:prSet presAssocID="{3CF9C678-CBB5-45AB-95CD-110E470830B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Book"/>
        </a:ext>
      </dgm:extLst>
    </dgm:pt>
    <dgm:pt modelId="{4730E229-1E44-448A-9DF7-9FF7B3F8D71A}" type="pres">
      <dgm:prSet presAssocID="{3CF9C678-CBB5-45AB-95CD-110E470830BF}" presName="spaceRect" presStyleCnt="0"/>
      <dgm:spPr/>
    </dgm:pt>
    <dgm:pt modelId="{A1EE6B36-981A-4508-A2B7-7F656DE0104A}" type="pres">
      <dgm:prSet presAssocID="{3CF9C678-CBB5-45AB-95CD-110E470830BF}" presName="parTx" presStyleLbl="revTx" presStyleIdx="0" presStyleCnt="6">
        <dgm:presLayoutVars>
          <dgm:chMax val="0"/>
          <dgm:chPref val="0"/>
        </dgm:presLayoutVars>
      </dgm:prSet>
      <dgm:spPr/>
    </dgm:pt>
    <dgm:pt modelId="{8805E256-8865-4AB3-85F7-D3E7CC822DC1}" type="pres">
      <dgm:prSet presAssocID="{F5C0B7E2-99EE-452A-BD4B-DDB9E311503A}" presName="sibTrans" presStyleCnt="0"/>
      <dgm:spPr/>
    </dgm:pt>
    <dgm:pt modelId="{B8A16013-08BA-4F8D-912B-7ACFFE8B026F}" type="pres">
      <dgm:prSet presAssocID="{C45CE3BF-B473-407D-AFF5-F082B06A14B6}" presName="compNode" presStyleCnt="0"/>
      <dgm:spPr/>
    </dgm:pt>
    <dgm:pt modelId="{F20A6DF6-C7D3-4AC9-9FF2-9E40E1B71308}" type="pres">
      <dgm:prSet presAssocID="{C45CE3BF-B473-407D-AFF5-F082B06A14B6}" presName="bgRect" presStyleLbl="bgShp" presStyleIdx="1" presStyleCnt="6"/>
      <dgm:spPr/>
    </dgm:pt>
    <dgm:pt modelId="{24A0393D-575C-4ED8-96BD-A57A5FE6A102}" type="pres">
      <dgm:prSet presAssocID="{C45CE3BF-B473-407D-AFF5-F082B06A14B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A3C2757E-A836-4C27-9D27-FFF094156599}" type="pres">
      <dgm:prSet presAssocID="{C45CE3BF-B473-407D-AFF5-F082B06A14B6}" presName="spaceRect" presStyleCnt="0"/>
      <dgm:spPr/>
    </dgm:pt>
    <dgm:pt modelId="{AE64AD20-2D52-4240-892E-7EAA804CD00A}" type="pres">
      <dgm:prSet presAssocID="{C45CE3BF-B473-407D-AFF5-F082B06A14B6}" presName="parTx" presStyleLbl="revTx" presStyleIdx="1" presStyleCnt="6">
        <dgm:presLayoutVars>
          <dgm:chMax val="0"/>
          <dgm:chPref val="0"/>
        </dgm:presLayoutVars>
      </dgm:prSet>
      <dgm:spPr/>
    </dgm:pt>
    <dgm:pt modelId="{40D9E531-52A1-4B8F-A37A-787FFAC0C8A2}" type="pres">
      <dgm:prSet presAssocID="{BAB4630B-6268-4834-8E8F-A66B0B5BFE17}" presName="sibTrans" presStyleCnt="0"/>
      <dgm:spPr/>
    </dgm:pt>
    <dgm:pt modelId="{63CE6A9D-5673-47F6-98D0-87DEBAC48B08}" type="pres">
      <dgm:prSet presAssocID="{7A243FBC-AD35-4107-8F74-721929757526}" presName="compNode" presStyleCnt="0"/>
      <dgm:spPr/>
    </dgm:pt>
    <dgm:pt modelId="{BD7295EA-6774-4C78-B0AA-691DEDA92C80}" type="pres">
      <dgm:prSet presAssocID="{7A243FBC-AD35-4107-8F74-721929757526}" presName="bgRect" presStyleLbl="bgShp" presStyleIdx="2" presStyleCnt="6"/>
      <dgm:spPr/>
    </dgm:pt>
    <dgm:pt modelId="{19C80952-0B14-46D7-A34D-D27384155AC7}" type="pres">
      <dgm:prSet presAssocID="{7A243FBC-AD35-4107-8F74-72192975752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6C2E1EE1-F569-4E36-A857-8AE983C66398}" type="pres">
      <dgm:prSet presAssocID="{7A243FBC-AD35-4107-8F74-721929757526}" presName="spaceRect" presStyleCnt="0"/>
      <dgm:spPr/>
    </dgm:pt>
    <dgm:pt modelId="{F4133055-FC9C-45E8-A7C9-E48243046BD6}" type="pres">
      <dgm:prSet presAssocID="{7A243FBC-AD35-4107-8F74-721929757526}" presName="parTx" presStyleLbl="revTx" presStyleIdx="2" presStyleCnt="6">
        <dgm:presLayoutVars>
          <dgm:chMax val="0"/>
          <dgm:chPref val="0"/>
        </dgm:presLayoutVars>
      </dgm:prSet>
      <dgm:spPr/>
    </dgm:pt>
    <dgm:pt modelId="{FA51AD16-A2E6-4CD1-8E61-1E4CFD68E2B4}" type="pres">
      <dgm:prSet presAssocID="{7B838A1F-BA75-47B9-B84A-5BFAC91FDCA7}" presName="sibTrans" presStyleCnt="0"/>
      <dgm:spPr/>
    </dgm:pt>
    <dgm:pt modelId="{30591F33-9802-4573-BE19-6FDCF8890E7E}" type="pres">
      <dgm:prSet presAssocID="{9D73EE02-3B93-40C2-AA0A-C06133759355}" presName="compNode" presStyleCnt="0"/>
      <dgm:spPr/>
    </dgm:pt>
    <dgm:pt modelId="{809F7D35-CBEE-4729-992E-758B27FD4650}" type="pres">
      <dgm:prSet presAssocID="{9D73EE02-3B93-40C2-AA0A-C06133759355}" presName="bgRect" presStyleLbl="bgShp" presStyleIdx="3" presStyleCnt="6"/>
      <dgm:spPr/>
    </dgm:pt>
    <dgm:pt modelId="{EEF4FE75-B360-4176-8AA4-262454757DC0}" type="pres">
      <dgm:prSet presAssocID="{9D73EE02-3B93-40C2-AA0A-C06133759355}"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19C4C89B-B661-4331-AD24-31F26352AF4A}" type="pres">
      <dgm:prSet presAssocID="{9D73EE02-3B93-40C2-AA0A-C06133759355}" presName="spaceRect" presStyleCnt="0"/>
      <dgm:spPr/>
    </dgm:pt>
    <dgm:pt modelId="{56B56EA5-BB2F-47D9-8291-0684F79B8F8F}" type="pres">
      <dgm:prSet presAssocID="{9D73EE02-3B93-40C2-AA0A-C06133759355}" presName="parTx" presStyleLbl="revTx" presStyleIdx="3" presStyleCnt="6">
        <dgm:presLayoutVars>
          <dgm:chMax val="0"/>
          <dgm:chPref val="0"/>
        </dgm:presLayoutVars>
      </dgm:prSet>
      <dgm:spPr/>
    </dgm:pt>
    <dgm:pt modelId="{93795A49-5CFF-4C1A-B3A5-570FCBA2DC1A}" type="pres">
      <dgm:prSet presAssocID="{ABAA8484-A4F9-49B5-864C-ACD0FEB180C1}" presName="sibTrans" presStyleCnt="0"/>
      <dgm:spPr/>
    </dgm:pt>
    <dgm:pt modelId="{06D99AB1-5416-4A63-98A2-0893EF9D647F}" type="pres">
      <dgm:prSet presAssocID="{6BC24B2D-32EE-44E9-87AC-35FC7F935E57}" presName="compNode" presStyleCnt="0"/>
      <dgm:spPr/>
    </dgm:pt>
    <dgm:pt modelId="{D209269A-583E-47AE-8F24-66289C46D687}" type="pres">
      <dgm:prSet presAssocID="{6BC24B2D-32EE-44E9-87AC-35FC7F935E57}" presName="bgRect" presStyleLbl="bgShp" presStyleIdx="4" presStyleCnt="6"/>
      <dgm:spPr/>
    </dgm:pt>
    <dgm:pt modelId="{D244399B-580D-49B6-8901-47246E489D06}" type="pres">
      <dgm:prSet presAssocID="{6BC24B2D-32EE-44E9-87AC-35FC7F935E57}"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rama"/>
        </a:ext>
      </dgm:extLst>
    </dgm:pt>
    <dgm:pt modelId="{2324E60A-B5C9-4F60-8322-05F303EAF461}" type="pres">
      <dgm:prSet presAssocID="{6BC24B2D-32EE-44E9-87AC-35FC7F935E57}" presName="spaceRect" presStyleCnt="0"/>
      <dgm:spPr/>
    </dgm:pt>
    <dgm:pt modelId="{46932361-25B6-4329-A259-D44B751465D7}" type="pres">
      <dgm:prSet presAssocID="{6BC24B2D-32EE-44E9-87AC-35FC7F935E57}" presName="parTx" presStyleLbl="revTx" presStyleIdx="4" presStyleCnt="6">
        <dgm:presLayoutVars>
          <dgm:chMax val="0"/>
          <dgm:chPref val="0"/>
        </dgm:presLayoutVars>
      </dgm:prSet>
      <dgm:spPr/>
    </dgm:pt>
    <dgm:pt modelId="{B0444DC3-DF42-486D-9856-CDA57E77FA3F}" type="pres">
      <dgm:prSet presAssocID="{6CFA3524-272A-4919-80DC-E987AA601C3F}" presName="sibTrans" presStyleCnt="0"/>
      <dgm:spPr/>
    </dgm:pt>
    <dgm:pt modelId="{CE1962AF-E0BE-4F76-B097-D9CA4C04C119}" type="pres">
      <dgm:prSet presAssocID="{C0EF8339-9344-4A99-B1E4-5FD2FF990951}" presName="compNode" presStyleCnt="0"/>
      <dgm:spPr/>
    </dgm:pt>
    <dgm:pt modelId="{8F2CB195-D858-4539-8963-103665B87CBB}" type="pres">
      <dgm:prSet presAssocID="{C0EF8339-9344-4A99-B1E4-5FD2FF990951}" presName="bgRect" presStyleLbl="bgShp" presStyleIdx="5" presStyleCnt="6"/>
      <dgm:spPr/>
    </dgm:pt>
    <dgm:pt modelId="{A45B7EF4-4D0A-4218-BBD4-227E0FCBEB37}" type="pres">
      <dgm:prSet presAssocID="{C0EF8339-9344-4A99-B1E4-5FD2FF99095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CAA3AF6-EA3E-4D01-985C-D28C8898F72E}" type="pres">
      <dgm:prSet presAssocID="{C0EF8339-9344-4A99-B1E4-5FD2FF990951}" presName="spaceRect" presStyleCnt="0"/>
      <dgm:spPr/>
    </dgm:pt>
    <dgm:pt modelId="{4943066E-79EB-4CBF-B3A3-406C75327730}" type="pres">
      <dgm:prSet presAssocID="{C0EF8339-9344-4A99-B1E4-5FD2FF990951}" presName="parTx" presStyleLbl="revTx" presStyleIdx="5" presStyleCnt="6">
        <dgm:presLayoutVars>
          <dgm:chMax val="0"/>
          <dgm:chPref val="0"/>
        </dgm:presLayoutVars>
      </dgm:prSet>
      <dgm:spPr/>
    </dgm:pt>
  </dgm:ptLst>
  <dgm:cxnLst>
    <dgm:cxn modelId="{0F63E407-777B-4F02-8088-B49560882A5A}" srcId="{08A1034C-2001-4665-B29D-5CA58163F880}" destId="{3CF9C678-CBB5-45AB-95CD-110E470830BF}" srcOrd="0" destOrd="0" parTransId="{DDE2F24E-063D-4647-B427-7A7955852FA9}" sibTransId="{F5C0B7E2-99EE-452A-BD4B-DDB9E311503A}"/>
    <dgm:cxn modelId="{40D2790F-A23E-4EB7-BE79-0D3F6A3547F8}" type="presOf" srcId="{08A1034C-2001-4665-B29D-5CA58163F880}" destId="{FE9167F2-1075-414B-BBC6-91FAA7F1693E}" srcOrd="0" destOrd="0" presId="urn:microsoft.com/office/officeart/2018/2/layout/IconVerticalSolidList"/>
    <dgm:cxn modelId="{84F64527-A4F3-4D65-918E-F4E3F9E22365}" srcId="{08A1034C-2001-4665-B29D-5CA58163F880}" destId="{C45CE3BF-B473-407D-AFF5-F082B06A14B6}" srcOrd="1" destOrd="0" parTransId="{9C9426A9-73BA-4C88-BF42-E556B83120DB}" sibTransId="{BAB4630B-6268-4834-8E8F-A66B0B5BFE17}"/>
    <dgm:cxn modelId="{73B83930-4CFA-4B5A-A9F2-D67349BDB8D7}" srcId="{08A1034C-2001-4665-B29D-5CA58163F880}" destId="{9D73EE02-3B93-40C2-AA0A-C06133759355}" srcOrd="3" destOrd="0" parTransId="{87E45BDB-E060-4843-AA99-1B2E72718CB7}" sibTransId="{ABAA8484-A4F9-49B5-864C-ACD0FEB180C1}"/>
    <dgm:cxn modelId="{F5772436-1909-415A-A188-B7F94C43A4E9}" type="presOf" srcId="{3CF9C678-CBB5-45AB-95CD-110E470830BF}" destId="{A1EE6B36-981A-4508-A2B7-7F656DE0104A}" srcOrd="0" destOrd="0" presId="urn:microsoft.com/office/officeart/2018/2/layout/IconVerticalSolidList"/>
    <dgm:cxn modelId="{3504245A-BEAB-4301-9F63-BA9D92C53442}" type="presOf" srcId="{6BC24B2D-32EE-44E9-87AC-35FC7F935E57}" destId="{46932361-25B6-4329-A259-D44B751465D7}" srcOrd="0" destOrd="0" presId="urn:microsoft.com/office/officeart/2018/2/layout/IconVerticalSolidList"/>
    <dgm:cxn modelId="{E4AE2D6B-E53A-471F-A690-75A038ED7319}" srcId="{08A1034C-2001-4665-B29D-5CA58163F880}" destId="{6BC24B2D-32EE-44E9-87AC-35FC7F935E57}" srcOrd="4" destOrd="0" parTransId="{97321508-BD69-4544-8049-0953255E9B67}" sibTransId="{6CFA3524-272A-4919-80DC-E987AA601C3F}"/>
    <dgm:cxn modelId="{2697FA85-CF56-44C1-B3FC-89CBF043C508}" srcId="{08A1034C-2001-4665-B29D-5CA58163F880}" destId="{7A243FBC-AD35-4107-8F74-721929757526}" srcOrd="2" destOrd="0" parTransId="{ED357439-67AB-4FA6-B9B6-253AAAFBAB25}" sibTransId="{7B838A1F-BA75-47B9-B84A-5BFAC91FDCA7}"/>
    <dgm:cxn modelId="{CD88BA9B-852C-4C07-9C7A-C7C06E5E885C}" type="presOf" srcId="{9D73EE02-3B93-40C2-AA0A-C06133759355}" destId="{56B56EA5-BB2F-47D9-8291-0684F79B8F8F}" srcOrd="0" destOrd="0" presId="urn:microsoft.com/office/officeart/2018/2/layout/IconVerticalSolidList"/>
    <dgm:cxn modelId="{2B8E54A6-A6DE-4C81-99B1-82AFE74BD56B}" type="presOf" srcId="{7A243FBC-AD35-4107-8F74-721929757526}" destId="{F4133055-FC9C-45E8-A7C9-E48243046BD6}" srcOrd="0" destOrd="0" presId="urn:microsoft.com/office/officeart/2018/2/layout/IconVerticalSolidList"/>
    <dgm:cxn modelId="{52FACDD4-D279-4016-A323-864C5D8F1A3F}" type="presOf" srcId="{C0EF8339-9344-4A99-B1E4-5FD2FF990951}" destId="{4943066E-79EB-4CBF-B3A3-406C75327730}" srcOrd="0" destOrd="0" presId="urn:microsoft.com/office/officeart/2018/2/layout/IconVerticalSolidList"/>
    <dgm:cxn modelId="{A1D28EF0-7F0E-4812-A42C-2D388AEC231D}" srcId="{08A1034C-2001-4665-B29D-5CA58163F880}" destId="{C0EF8339-9344-4A99-B1E4-5FD2FF990951}" srcOrd="5" destOrd="0" parTransId="{C7795428-5E1D-43ED-ACE6-D3CE7B7C77F6}" sibTransId="{7CB804C8-FD09-4D87-96E2-D214A0F7332C}"/>
    <dgm:cxn modelId="{31BEAAF8-3424-4A80-9713-AE1C0E0C7DCF}" type="presOf" srcId="{C45CE3BF-B473-407D-AFF5-F082B06A14B6}" destId="{AE64AD20-2D52-4240-892E-7EAA804CD00A}" srcOrd="0" destOrd="0" presId="urn:microsoft.com/office/officeart/2018/2/layout/IconVerticalSolidList"/>
    <dgm:cxn modelId="{01D96A18-1E30-4EA3-B933-9B9F49D412E0}" type="presParOf" srcId="{FE9167F2-1075-414B-BBC6-91FAA7F1693E}" destId="{B71278E3-56C1-4358-A592-95BB9CB0BEC9}" srcOrd="0" destOrd="0" presId="urn:microsoft.com/office/officeart/2018/2/layout/IconVerticalSolidList"/>
    <dgm:cxn modelId="{19FEE875-09EF-47C2-83CE-F74A6E04B9CD}" type="presParOf" srcId="{B71278E3-56C1-4358-A592-95BB9CB0BEC9}" destId="{31C90646-89C2-4893-B970-2378C9A89853}" srcOrd="0" destOrd="0" presId="urn:microsoft.com/office/officeart/2018/2/layout/IconVerticalSolidList"/>
    <dgm:cxn modelId="{9D32CDBD-CE05-4F53-BA63-299E609887E6}" type="presParOf" srcId="{B71278E3-56C1-4358-A592-95BB9CB0BEC9}" destId="{7D29764F-61D5-4F4F-9355-F41F846D8CDC}" srcOrd="1" destOrd="0" presId="urn:microsoft.com/office/officeart/2018/2/layout/IconVerticalSolidList"/>
    <dgm:cxn modelId="{7D0C8792-126F-4CCD-B78F-3AAD623A9135}" type="presParOf" srcId="{B71278E3-56C1-4358-A592-95BB9CB0BEC9}" destId="{4730E229-1E44-448A-9DF7-9FF7B3F8D71A}" srcOrd="2" destOrd="0" presId="urn:microsoft.com/office/officeart/2018/2/layout/IconVerticalSolidList"/>
    <dgm:cxn modelId="{77C1B177-66C3-476D-A294-20BA999ABD35}" type="presParOf" srcId="{B71278E3-56C1-4358-A592-95BB9CB0BEC9}" destId="{A1EE6B36-981A-4508-A2B7-7F656DE0104A}" srcOrd="3" destOrd="0" presId="urn:microsoft.com/office/officeart/2018/2/layout/IconVerticalSolidList"/>
    <dgm:cxn modelId="{CAC1BE9A-C5D1-404A-A7EE-5682C76029D9}" type="presParOf" srcId="{FE9167F2-1075-414B-BBC6-91FAA7F1693E}" destId="{8805E256-8865-4AB3-85F7-D3E7CC822DC1}" srcOrd="1" destOrd="0" presId="urn:microsoft.com/office/officeart/2018/2/layout/IconVerticalSolidList"/>
    <dgm:cxn modelId="{A35E16D8-C1D8-4DD6-B15C-FA6BCB0EB7E4}" type="presParOf" srcId="{FE9167F2-1075-414B-BBC6-91FAA7F1693E}" destId="{B8A16013-08BA-4F8D-912B-7ACFFE8B026F}" srcOrd="2" destOrd="0" presId="urn:microsoft.com/office/officeart/2018/2/layout/IconVerticalSolidList"/>
    <dgm:cxn modelId="{359E2530-C72D-4328-8DEA-36465DDEC355}" type="presParOf" srcId="{B8A16013-08BA-4F8D-912B-7ACFFE8B026F}" destId="{F20A6DF6-C7D3-4AC9-9FF2-9E40E1B71308}" srcOrd="0" destOrd="0" presId="urn:microsoft.com/office/officeart/2018/2/layout/IconVerticalSolidList"/>
    <dgm:cxn modelId="{9199C1D8-049F-42E0-8C5F-EC58DE733988}" type="presParOf" srcId="{B8A16013-08BA-4F8D-912B-7ACFFE8B026F}" destId="{24A0393D-575C-4ED8-96BD-A57A5FE6A102}" srcOrd="1" destOrd="0" presId="urn:microsoft.com/office/officeart/2018/2/layout/IconVerticalSolidList"/>
    <dgm:cxn modelId="{58273D57-4603-4A64-BC86-BA06581C0103}" type="presParOf" srcId="{B8A16013-08BA-4F8D-912B-7ACFFE8B026F}" destId="{A3C2757E-A836-4C27-9D27-FFF094156599}" srcOrd="2" destOrd="0" presId="urn:microsoft.com/office/officeart/2018/2/layout/IconVerticalSolidList"/>
    <dgm:cxn modelId="{82CEA7F5-92D9-4FBC-A814-0E1800EC6B5A}" type="presParOf" srcId="{B8A16013-08BA-4F8D-912B-7ACFFE8B026F}" destId="{AE64AD20-2D52-4240-892E-7EAA804CD00A}" srcOrd="3" destOrd="0" presId="urn:microsoft.com/office/officeart/2018/2/layout/IconVerticalSolidList"/>
    <dgm:cxn modelId="{BF6D870F-809C-4701-B576-48D911356B3F}" type="presParOf" srcId="{FE9167F2-1075-414B-BBC6-91FAA7F1693E}" destId="{40D9E531-52A1-4B8F-A37A-787FFAC0C8A2}" srcOrd="3" destOrd="0" presId="urn:microsoft.com/office/officeart/2018/2/layout/IconVerticalSolidList"/>
    <dgm:cxn modelId="{B38F3219-6717-4FFA-AE3E-CADA466FA3FC}" type="presParOf" srcId="{FE9167F2-1075-414B-BBC6-91FAA7F1693E}" destId="{63CE6A9D-5673-47F6-98D0-87DEBAC48B08}" srcOrd="4" destOrd="0" presId="urn:microsoft.com/office/officeart/2018/2/layout/IconVerticalSolidList"/>
    <dgm:cxn modelId="{06DE5C64-69B4-4BF1-BB34-45D5AE80E038}" type="presParOf" srcId="{63CE6A9D-5673-47F6-98D0-87DEBAC48B08}" destId="{BD7295EA-6774-4C78-B0AA-691DEDA92C80}" srcOrd="0" destOrd="0" presId="urn:microsoft.com/office/officeart/2018/2/layout/IconVerticalSolidList"/>
    <dgm:cxn modelId="{D16F125B-9985-49A1-8879-70786CCA516D}" type="presParOf" srcId="{63CE6A9D-5673-47F6-98D0-87DEBAC48B08}" destId="{19C80952-0B14-46D7-A34D-D27384155AC7}" srcOrd="1" destOrd="0" presId="urn:microsoft.com/office/officeart/2018/2/layout/IconVerticalSolidList"/>
    <dgm:cxn modelId="{9C6D5B97-E90D-4ACC-B92E-B4758B359578}" type="presParOf" srcId="{63CE6A9D-5673-47F6-98D0-87DEBAC48B08}" destId="{6C2E1EE1-F569-4E36-A857-8AE983C66398}" srcOrd="2" destOrd="0" presId="urn:microsoft.com/office/officeart/2018/2/layout/IconVerticalSolidList"/>
    <dgm:cxn modelId="{8C3FF098-4C74-411D-A72E-A1BFA98BB397}" type="presParOf" srcId="{63CE6A9D-5673-47F6-98D0-87DEBAC48B08}" destId="{F4133055-FC9C-45E8-A7C9-E48243046BD6}" srcOrd="3" destOrd="0" presId="urn:microsoft.com/office/officeart/2018/2/layout/IconVerticalSolidList"/>
    <dgm:cxn modelId="{C624B1E1-2F18-4AFF-A06C-5A339D0B303B}" type="presParOf" srcId="{FE9167F2-1075-414B-BBC6-91FAA7F1693E}" destId="{FA51AD16-A2E6-4CD1-8E61-1E4CFD68E2B4}" srcOrd="5" destOrd="0" presId="urn:microsoft.com/office/officeart/2018/2/layout/IconVerticalSolidList"/>
    <dgm:cxn modelId="{D6D81EEA-6373-4ED6-9B4A-5B1D972E221C}" type="presParOf" srcId="{FE9167F2-1075-414B-BBC6-91FAA7F1693E}" destId="{30591F33-9802-4573-BE19-6FDCF8890E7E}" srcOrd="6" destOrd="0" presId="urn:microsoft.com/office/officeart/2018/2/layout/IconVerticalSolidList"/>
    <dgm:cxn modelId="{D935ADC2-515B-4DFC-BB2F-85A0C397D746}" type="presParOf" srcId="{30591F33-9802-4573-BE19-6FDCF8890E7E}" destId="{809F7D35-CBEE-4729-992E-758B27FD4650}" srcOrd="0" destOrd="0" presId="urn:microsoft.com/office/officeart/2018/2/layout/IconVerticalSolidList"/>
    <dgm:cxn modelId="{1A2BB099-4BB1-4554-A672-5BACE8183800}" type="presParOf" srcId="{30591F33-9802-4573-BE19-6FDCF8890E7E}" destId="{EEF4FE75-B360-4176-8AA4-262454757DC0}" srcOrd="1" destOrd="0" presId="urn:microsoft.com/office/officeart/2018/2/layout/IconVerticalSolidList"/>
    <dgm:cxn modelId="{F8262741-442E-49E4-991E-B36A04635BB2}" type="presParOf" srcId="{30591F33-9802-4573-BE19-6FDCF8890E7E}" destId="{19C4C89B-B661-4331-AD24-31F26352AF4A}" srcOrd="2" destOrd="0" presId="urn:microsoft.com/office/officeart/2018/2/layout/IconVerticalSolidList"/>
    <dgm:cxn modelId="{F2646642-EE1B-4E96-A888-24A540FF03FA}" type="presParOf" srcId="{30591F33-9802-4573-BE19-6FDCF8890E7E}" destId="{56B56EA5-BB2F-47D9-8291-0684F79B8F8F}" srcOrd="3" destOrd="0" presId="urn:microsoft.com/office/officeart/2018/2/layout/IconVerticalSolidList"/>
    <dgm:cxn modelId="{C571DA2A-43B6-4159-98CD-3A44530C4E3D}" type="presParOf" srcId="{FE9167F2-1075-414B-BBC6-91FAA7F1693E}" destId="{93795A49-5CFF-4C1A-B3A5-570FCBA2DC1A}" srcOrd="7" destOrd="0" presId="urn:microsoft.com/office/officeart/2018/2/layout/IconVerticalSolidList"/>
    <dgm:cxn modelId="{DFFEC4AE-441D-4E84-9E12-C42AAC58E758}" type="presParOf" srcId="{FE9167F2-1075-414B-BBC6-91FAA7F1693E}" destId="{06D99AB1-5416-4A63-98A2-0893EF9D647F}" srcOrd="8" destOrd="0" presId="urn:microsoft.com/office/officeart/2018/2/layout/IconVerticalSolidList"/>
    <dgm:cxn modelId="{D202DD5D-C106-44BD-B154-B0227942887C}" type="presParOf" srcId="{06D99AB1-5416-4A63-98A2-0893EF9D647F}" destId="{D209269A-583E-47AE-8F24-66289C46D687}" srcOrd="0" destOrd="0" presId="urn:microsoft.com/office/officeart/2018/2/layout/IconVerticalSolidList"/>
    <dgm:cxn modelId="{2F322BB4-BB2E-4FBC-B624-0B2E3D632455}" type="presParOf" srcId="{06D99AB1-5416-4A63-98A2-0893EF9D647F}" destId="{D244399B-580D-49B6-8901-47246E489D06}" srcOrd="1" destOrd="0" presId="urn:microsoft.com/office/officeart/2018/2/layout/IconVerticalSolidList"/>
    <dgm:cxn modelId="{B4AF53FE-DE91-4C0E-BE38-B322256FDB38}" type="presParOf" srcId="{06D99AB1-5416-4A63-98A2-0893EF9D647F}" destId="{2324E60A-B5C9-4F60-8322-05F303EAF461}" srcOrd="2" destOrd="0" presId="urn:microsoft.com/office/officeart/2018/2/layout/IconVerticalSolidList"/>
    <dgm:cxn modelId="{7881A6BF-45C8-4D1E-A9CA-39123E34DAFA}" type="presParOf" srcId="{06D99AB1-5416-4A63-98A2-0893EF9D647F}" destId="{46932361-25B6-4329-A259-D44B751465D7}" srcOrd="3" destOrd="0" presId="urn:microsoft.com/office/officeart/2018/2/layout/IconVerticalSolidList"/>
    <dgm:cxn modelId="{7267B782-3440-4DC7-9E34-C932F6DF694B}" type="presParOf" srcId="{FE9167F2-1075-414B-BBC6-91FAA7F1693E}" destId="{B0444DC3-DF42-486D-9856-CDA57E77FA3F}" srcOrd="9" destOrd="0" presId="urn:microsoft.com/office/officeart/2018/2/layout/IconVerticalSolidList"/>
    <dgm:cxn modelId="{5546DDD6-C218-4C15-AAC4-0AA1152983E7}" type="presParOf" srcId="{FE9167F2-1075-414B-BBC6-91FAA7F1693E}" destId="{CE1962AF-E0BE-4F76-B097-D9CA4C04C119}" srcOrd="10" destOrd="0" presId="urn:microsoft.com/office/officeart/2018/2/layout/IconVerticalSolidList"/>
    <dgm:cxn modelId="{4C2982D3-9FBD-443F-850B-6F2A9508D8ED}" type="presParOf" srcId="{CE1962AF-E0BE-4F76-B097-D9CA4C04C119}" destId="{8F2CB195-D858-4539-8963-103665B87CBB}" srcOrd="0" destOrd="0" presId="urn:microsoft.com/office/officeart/2018/2/layout/IconVerticalSolidList"/>
    <dgm:cxn modelId="{BF2B284D-64C3-4C99-B0A3-82385A60DE50}" type="presParOf" srcId="{CE1962AF-E0BE-4F76-B097-D9CA4C04C119}" destId="{A45B7EF4-4D0A-4218-BBD4-227E0FCBEB37}" srcOrd="1" destOrd="0" presId="urn:microsoft.com/office/officeart/2018/2/layout/IconVerticalSolidList"/>
    <dgm:cxn modelId="{CDDD654B-3F9A-4B0D-85DE-A837E41B161E}" type="presParOf" srcId="{CE1962AF-E0BE-4F76-B097-D9CA4C04C119}" destId="{4CAA3AF6-EA3E-4D01-985C-D28C8898F72E}" srcOrd="2" destOrd="0" presId="urn:microsoft.com/office/officeart/2018/2/layout/IconVerticalSolidList"/>
    <dgm:cxn modelId="{6445F4B9-402F-420F-AD6B-3DA3625DD8A7}" type="presParOf" srcId="{CE1962AF-E0BE-4F76-B097-D9CA4C04C119}" destId="{4943066E-79EB-4CBF-B3A3-406C753277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86EB2A2-BFDD-471A-BE4B-D2A251F7554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5E336D2-F3E2-44D8-A03D-798907C6FF57}">
      <dgm:prSet custT="1"/>
      <dgm:spPr/>
      <dgm:t>
        <a:bodyPr/>
        <a:lstStyle/>
        <a:p>
          <a:pPr>
            <a:lnSpc>
              <a:spcPct val="100000"/>
            </a:lnSpc>
          </a:pPr>
          <a:r>
            <a:rPr lang="en-US" sz="3200" dirty="0"/>
            <a:t>Code accessible at this </a:t>
          </a:r>
          <a:r>
            <a:rPr lang="en-US" sz="3200" dirty="0" err="1"/>
            <a:t>github</a:t>
          </a:r>
          <a:r>
            <a:rPr lang="en-US" sz="3200" dirty="0"/>
            <a:t> link/QR</a:t>
          </a:r>
          <a:r>
            <a:rPr lang="en-US" sz="2800" dirty="0"/>
            <a:t>: </a:t>
          </a:r>
          <a:r>
            <a:rPr lang="en-GB" sz="2000" b="0" i="0" dirty="0">
              <a:hlinkClick xmlns:r="http://schemas.openxmlformats.org/officeDocument/2006/relationships" r:id="rId1"/>
            </a:rPr>
            <a:t>https://tinyurl.com/ai4trade</a:t>
          </a:r>
          <a:endParaRPr lang="en-US" sz="2000" dirty="0"/>
        </a:p>
      </dgm:t>
    </dgm:pt>
    <dgm:pt modelId="{CA6AE04A-75F3-4ED4-A59D-3490483FF85B}" type="parTrans" cxnId="{51E6E2F7-36FA-46BF-A95B-C3D4A48FF9D5}">
      <dgm:prSet/>
      <dgm:spPr/>
      <dgm:t>
        <a:bodyPr/>
        <a:lstStyle/>
        <a:p>
          <a:endParaRPr lang="en-US"/>
        </a:p>
      </dgm:t>
    </dgm:pt>
    <dgm:pt modelId="{39E1E9B7-834F-42E9-8495-5654DA0D0B78}" type="sibTrans" cxnId="{51E6E2F7-36FA-46BF-A95B-C3D4A48FF9D5}">
      <dgm:prSet/>
      <dgm:spPr/>
      <dgm:t>
        <a:bodyPr/>
        <a:lstStyle/>
        <a:p>
          <a:endParaRPr lang="en-US"/>
        </a:p>
      </dgm:t>
    </dgm:pt>
    <dgm:pt modelId="{7164A400-DE91-1F43-9CEC-DC948819396B}">
      <dgm:prSet custT="1"/>
      <dgm:spPr/>
      <dgm:t>
        <a:bodyPr/>
        <a:lstStyle/>
        <a:p>
          <a:pPr>
            <a:lnSpc>
              <a:spcPct val="100000"/>
            </a:lnSpc>
          </a:pPr>
          <a:r>
            <a:rPr lang="en-IN" sz="3200" b="0" i="0" u="none" dirty="0"/>
            <a:t>By constraining the problem with time, structure, and evidence, the model is forced to generalize.</a:t>
          </a:r>
          <a:endParaRPr lang="en-US" sz="3200" dirty="0"/>
        </a:p>
      </dgm:t>
    </dgm:pt>
    <dgm:pt modelId="{9090AF33-A201-AF43-A8B8-B6A786A1DA4B}" type="parTrans" cxnId="{1C5F5A94-3B91-DB48-8DC9-9C6B84C347E8}">
      <dgm:prSet/>
      <dgm:spPr/>
      <dgm:t>
        <a:bodyPr/>
        <a:lstStyle/>
        <a:p>
          <a:endParaRPr lang="en-GB"/>
        </a:p>
      </dgm:t>
    </dgm:pt>
    <dgm:pt modelId="{8A27B41C-D6AE-B94F-97A8-F198BC7DC8B9}" type="sibTrans" cxnId="{1C5F5A94-3B91-DB48-8DC9-9C6B84C347E8}">
      <dgm:prSet/>
      <dgm:spPr/>
      <dgm:t>
        <a:bodyPr/>
        <a:lstStyle/>
        <a:p>
          <a:pPr>
            <a:lnSpc>
              <a:spcPct val="100000"/>
            </a:lnSpc>
          </a:pPr>
          <a:endParaRPr lang="en-GB"/>
        </a:p>
      </dgm:t>
    </dgm:pt>
    <dgm:pt modelId="{F525D433-EC38-44D6-B699-A59E6A2048DA}" type="pres">
      <dgm:prSet presAssocID="{586EB2A2-BFDD-471A-BE4B-D2A251F75547}" presName="root" presStyleCnt="0">
        <dgm:presLayoutVars>
          <dgm:dir/>
          <dgm:resizeHandles val="exact"/>
        </dgm:presLayoutVars>
      </dgm:prSet>
      <dgm:spPr/>
    </dgm:pt>
    <dgm:pt modelId="{DB27A273-AA59-F146-8781-0A97996EEB17}" type="pres">
      <dgm:prSet presAssocID="{7164A400-DE91-1F43-9CEC-DC948819396B}" presName="compNode" presStyleCnt="0"/>
      <dgm:spPr/>
    </dgm:pt>
    <dgm:pt modelId="{24F6EFB5-466C-DC40-9A0A-D0D73A70B496}" type="pres">
      <dgm:prSet presAssocID="{7164A400-DE91-1F43-9CEC-DC948819396B}" presName="iconRect" presStyleLbl="node1" presStyleIdx="0" presStyleCnt="2"/>
      <dgm:spPr>
        <a:blipFill>
          <a:blip xmlns:r="http://schemas.openxmlformats.org/officeDocument/2006/relationships" r:embed="rId2">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Filter outline"/>
        </a:ext>
      </dgm:extLst>
    </dgm:pt>
    <dgm:pt modelId="{14CBA208-9290-1645-967E-812AE71582ED}" type="pres">
      <dgm:prSet presAssocID="{7164A400-DE91-1F43-9CEC-DC948819396B}" presName="spaceRect" presStyleCnt="0"/>
      <dgm:spPr/>
    </dgm:pt>
    <dgm:pt modelId="{9E7E5DBF-81CE-FE4C-B15F-A7D454B04B4A}" type="pres">
      <dgm:prSet presAssocID="{7164A400-DE91-1F43-9CEC-DC948819396B}" presName="textRect" presStyleLbl="revTx" presStyleIdx="0" presStyleCnt="2">
        <dgm:presLayoutVars>
          <dgm:chMax val="1"/>
          <dgm:chPref val="1"/>
        </dgm:presLayoutVars>
      </dgm:prSet>
      <dgm:spPr/>
    </dgm:pt>
    <dgm:pt modelId="{D7B329E0-8390-3846-A7C5-D1F8D85384CA}" type="pres">
      <dgm:prSet presAssocID="{8A27B41C-D6AE-B94F-97A8-F198BC7DC8B9}" presName="sibTrans" presStyleCnt="0"/>
      <dgm:spPr/>
    </dgm:pt>
    <dgm:pt modelId="{6166A452-B8A7-48D2-986B-3383057F71A7}" type="pres">
      <dgm:prSet presAssocID="{15E336D2-F3E2-44D8-A03D-798907C6FF57}" presName="compNode" presStyleCnt="0"/>
      <dgm:spPr/>
    </dgm:pt>
    <dgm:pt modelId="{6D69B8E1-65F8-46DD-A83D-57A3B0E980CF}" type="pres">
      <dgm:prSet presAssocID="{15E336D2-F3E2-44D8-A03D-798907C6FF57}" presName="iconRect" presStyleLbl="node1" presStyleIdx="1" presStyleCnt="2"/>
      <dgm:spPr>
        <a:blipFill>
          <a:blip xmlns:r="http://schemas.openxmlformats.org/officeDocument/2006/relationships" r:embed="rId4"/>
          <a:srcRect/>
          <a:stretch>
            <a:fillRect/>
          </a:stretch>
        </a:blipFill>
      </dgm:spPr>
    </dgm:pt>
    <dgm:pt modelId="{E4E04454-09A2-4335-9F7B-0F61A56D77B1}" type="pres">
      <dgm:prSet presAssocID="{15E336D2-F3E2-44D8-A03D-798907C6FF57}" presName="spaceRect" presStyleCnt="0"/>
      <dgm:spPr/>
    </dgm:pt>
    <dgm:pt modelId="{EE20C800-087A-4E10-9AFE-29FA597549A7}" type="pres">
      <dgm:prSet presAssocID="{15E336D2-F3E2-44D8-A03D-798907C6FF57}" presName="textRect" presStyleLbl="revTx" presStyleIdx="1" presStyleCnt="2">
        <dgm:presLayoutVars>
          <dgm:chMax val="1"/>
          <dgm:chPref val="1"/>
        </dgm:presLayoutVars>
      </dgm:prSet>
      <dgm:spPr/>
    </dgm:pt>
  </dgm:ptLst>
  <dgm:cxnLst>
    <dgm:cxn modelId="{22123431-ABBD-6146-9C5B-63A56B3B5BF4}" type="presOf" srcId="{586EB2A2-BFDD-471A-BE4B-D2A251F75547}" destId="{F525D433-EC38-44D6-B699-A59E6A2048DA}" srcOrd="0" destOrd="0" presId="urn:microsoft.com/office/officeart/2018/2/layout/IconLabelList"/>
    <dgm:cxn modelId="{A01AA745-5B0E-F645-B803-D614819D4AB4}" type="presOf" srcId="{15E336D2-F3E2-44D8-A03D-798907C6FF57}" destId="{EE20C800-087A-4E10-9AFE-29FA597549A7}" srcOrd="0" destOrd="0" presId="urn:microsoft.com/office/officeart/2018/2/layout/IconLabelList"/>
    <dgm:cxn modelId="{1C5F5A94-3B91-DB48-8DC9-9C6B84C347E8}" srcId="{586EB2A2-BFDD-471A-BE4B-D2A251F75547}" destId="{7164A400-DE91-1F43-9CEC-DC948819396B}" srcOrd="0" destOrd="0" parTransId="{9090AF33-A201-AF43-A8B8-B6A786A1DA4B}" sibTransId="{8A27B41C-D6AE-B94F-97A8-F198BC7DC8B9}"/>
    <dgm:cxn modelId="{3CC7EDC1-D0AB-F341-B33E-3DBBF65D36D4}" type="presOf" srcId="{7164A400-DE91-1F43-9CEC-DC948819396B}" destId="{9E7E5DBF-81CE-FE4C-B15F-A7D454B04B4A}" srcOrd="0" destOrd="0" presId="urn:microsoft.com/office/officeart/2018/2/layout/IconLabelList"/>
    <dgm:cxn modelId="{51E6E2F7-36FA-46BF-A95B-C3D4A48FF9D5}" srcId="{586EB2A2-BFDD-471A-BE4B-D2A251F75547}" destId="{15E336D2-F3E2-44D8-A03D-798907C6FF57}" srcOrd="1" destOrd="0" parTransId="{CA6AE04A-75F3-4ED4-A59D-3490483FF85B}" sibTransId="{39E1E9B7-834F-42E9-8495-5654DA0D0B78}"/>
    <dgm:cxn modelId="{9CC02C2C-0E5D-2641-88F4-F5E7CEC4146C}" type="presParOf" srcId="{F525D433-EC38-44D6-B699-A59E6A2048DA}" destId="{DB27A273-AA59-F146-8781-0A97996EEB17}" srcOrd="0" destOrd="0" presId="urn:microsoft.com/office/officeart/2018/2/layout/IconLabelList"/>
    <dgm:cxn modelId="{645BFC38-65FC-CE4B-AAAE-9E2E8F3C9055}" type="presParOf" srcId="{DB27A273-AA59-F146-8781-0A97996EEB17}" destId="{24F6EFB5-466C-DC40-9A0A-D0D73A70B496}" srcOrd="0" destOrd="0" presId="urn:microsoft.com/office/officeart/2018/2/layout/IconLabelList"/>
    <dgm:cxn modelId="{11095E90-F19D-C545-88AB-2EC7F7FAD40D}" type="presParOf" srcId="{DB27A273-AA59-F146-8781-0A97996EEB17}" destId="{14CBA208-9290-1645-967E-812AE71582ED}" srcOrd="1" destOrd="0" presId="urn:microsoft.com/office/officeart/2018/2/layout/IconLabelList"/>
    <dgm:cxn modelId="{B5838495-9F0F-C645-A394-8D00022CF9A9}" type="presParOf" srcId="{DB27A273-AA59-F146-8781-0A97996EEB17}" destId="{9E7E5DBF-81CE-FE4C-B15F-A7D454B04B4A}" srcOrd="2" destOrd="0" presId="urn:microsoft.com/office/officeart/2018/2/layout/IconLabelList"/>
    <dgm:cxn modelId="{C3E1B3C9-F7D0-0848-8EB1-C9E3229C50E3}" type="presParOf" srcId="{F525D433-EC38-44D6-B699-A59E6A2048DA}" destId="{D7B329E0-8390-3846-A7C5-D1F8D85384CA}" srcOrd="1" destOrd="0" presId="urn:microsoft.com/office/officeart/2018/2/layout/IconLabelList"/>
    <dgm:cxn modelId="{C378F71F-1F77-6B4F-A8C7-51F097B56170}" type="presParOf" srcId="{F525D433-EC38-44D6-B699-A59E6A2048DA}" destId="{6166A452-B8A7-48D2-986B-3383057F71A7}" srcOrd="2" destOrd="0" presId="urn:microsoft.com/office/officeart/2018/2/layout/IconLabelList"/>
    <dgm:cxn modelId="{626737C4-D144-4949-ABEB-4C7891824D87}" type="presParOf" srcId="{6166A452-B8A7-48D2-986B-3383057F71A7}" destId="{6D69B8E1-65F8-46DD-A83D-57A3B0E980CF}" srcOrd="0" destOrd="0" presId="urn:microsoft.com/office/officeart/2018/2/layout/IconLabelList"/>
    <dgm:cxn modelId="{6E2479A5-76D9-3145-A3AD-04AB92703548}" type="presParOf" srcId="{6166A452-B8A7-48D2-986B-3383057F71A7}" destId="{E4E04454-09A2-4335-9F7B-0F61A56D77B1}" srcOrd="1" destOrd="0" presId="urn:microsoft.com/office/officeart/2018/2/layout/IconLabelList"/>
    <dgm:cxn modelId="{599BFCF9-DD4F-AB44-9B00-0BD34D8514B2}" type="presParOf" srcId="{6166A452-B8A7-48D2-986B-3383057F71A7}" destId="{EE20C800-087A-4E10-9AFE-29FA597549A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90646-89C2-4893-B970-2378C9A89853}">
      <dsp:nvSpPr>
        <dsp:cNvPr id="0" name=""/>
        <dsp:cNvSpPr/>
      </dsp:nvSpPr>
      <dsp:spPr>
        <a:xfrm>
          <a:off x="0" y="206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9764F-61D5-4F4F-9355-F41F846D8CDC}">
      <dsp:nvSpPr>
        <dsp:cNvPr id="0" name=""/>
        <dsp:cNvSpPr/>
      </dsp:nvSpPr>
      <dsp:spPr>
        <a:xfrm>
          <a:off x="266815" y="200527"/>
          <a:ext cx="485118" cy="4851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E6B36-981A-4508-A2B7-7F656DE0104A}">
      <dsp:nvSpPr>
        <dsp:cNvPr id="0" name=""/>
        <dsp:cNvSpPr/>
      </dsp:nvSpPr>
      <dsp:spPr>
        <a:xfrm>
          <a:off x="1018749" y="206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Brief on Challenge – as I understood it</a:t>
          </a:r>
        </a:p>
      </dsp:txBody>
      <dsp:txXfrm>
        <a:off x="1018749" y="2069"/>
        <a:ext cx="5795369" cy="882034"/>
      </dsp:txXfrm>
    </dsp:sp>
    <dsp:sp modelId="{F20A6DF6-C7D3-4AC9-9FF2-9E40E1B71308}">
      <dsp:nvSpPr>
        <dsp:cNvPr id="0" name=""/>
        <dsp:cNvSpPr/>
      </dsp:nvSpPr>
      <dsp:spPr>
        <a:xfrm>
          <a:off x="0" y="1104613"/>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A0393D-575C-4ED8-96BD-A57A5FE6A102}">
      <dsp:nvSpPr>
        <dsp:cNvPr id="0" name=""/>
        <dsp:cNvSpPr/>
      </dsp:nvSpPr>
      <dsp:spPr>
        <a:xfrm>
          <a:off x="266815" y="1303070"/>
          <a:ext cx="485118" cy="4851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64AD20-2D52-4240-892E-7EAA804CD00A}">
      <dsp:nvSpPr>
        <dsp:cNvPr id="0" name=""/>
        <dsp:cNvSpPr/>
      </dsp:nvSpPr>
      <dsp:spPr>
        <a:xfrm>
          <a:off x="1018749" y="1104613"/>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Data preparation</a:t>
          </a:r>
        </a:p>
      </dsp:txBody>
      <dsp:txXfrm>
        <a:off x="1018749" y="1104613"/>
        <a:ext cx="5795369" cy="882034"/>
      </dsp:txXfrm>
    </dsp:sp>
    <dsp:sp modelId="{BD7295EA-6774-4C78-B0AA-691DEDA92C80}">
      <dsp:nvSpPr>
        <dsp:cNvPr id="0" name=""/>
        <dsp:cNvSpPr/>
      </dsp:nvSpPr>
      <dsp:spPr>
        <a:xfrm>
          <a:off x="0" y="2207156"/>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80952-0B14-46D7-A34D-D27384155AC7}">
      <dsp:nvSpPr>
        <dsp:cNvPr id="0" name=""/>
        <dsp:cNvSpPr/>
      </dsp:nvSpPr>
      <dsp:spPr>
        <a:xfrm>
          <a:off x="266815" y="2405613"/>
          <a:ext cx="485118" cy="4851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133055-FC9C-45E8-A7C9-E48243046BD6}">
      <dsp:nvSpPr>
        <dsp:cNvPr id="0" name=""/>
        <dsp:cNvSpPr/>
      </dsp:nvSpPr>
      <dsp:spPr>
        <a:xfrm>
          <a:off x="1018749" y="2207156"/>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t>Feature engineering</a:t>
          </a:r>
        </a:p>
      </dsp:txBody>
      <dsp:txXfrm>
        <a:off x="1018749" y="2207156"/>
        <a:ext cx="5795369" cy="882034"/>
      </dsp:txXfrm>
    </dsp:sp>
    <dsp:sp modelId="{809F7D35-CBEE-4729-992E-758B27FD4650}">
      <dsp:nvSpPr>
        <dsp:cNvPr id="0" name=""/>
        <dsp:cNvSpPr/>
      </dsp:nvSpPr>
      <dsp:spPr>
        <a:xfrm>
          <a:off x="0" y="330969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4FE75-B360-4176-8AA4-262454757DC0}">
      <dsp:nvSpPr>
        <dsp:cNvPr id="0" name=""/>
        <dsp:cNvSpPr/>
      </dsp:nvSpPr>
      <dsp:spPr>
        <a:xfrm>
          <a:off x="266815" y="3508157"/>
          <a:ext cx="485118" cy="48511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B56EA5-BB2F-47D9-8291-0684F79B8F8F}">
      <dsp:nvSpPr>
        <dsp:cNvPr id="0" name=""/>
        <dsp:cNvSpPr/>
      </dsp:nvSpPr>
      <dsp:spPr>
        <a:xfrm>
          <a:off x="1018749" y="330969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Modelling methodology</a:t>
          </a:r>
        </a:p>
      </dsp:txBody>
      <dsp:txXfrm>
        <a:off x="1018749" y="3309699"/>
        <a:ext cx="5795369" cy="882034"/>
      </dsp:txXfrm>
    </dsp:sp>
    <dsp:sp modelId="{D209269A-583E-47AE-8F24-66289C46D687}">
      <dsp:nvSpPr>
        <dsp:cNvPr id="0" name=""/>
        <dsp:cNvSpPr/>
      </dsp:nvSpPr>
      <dsp:spPr>
        <a:xfrm>
          <a:off x="0" y="4412242"/>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4399B-580D-49B6-8901-47246E489D06}">
      <dsp:nvSpPr>
        <dsp:cNvPr id="0" name=""/>
        <dsp:cNvSpPr/>
      </dsp:nvSpPr>
      <dsp:spPr>
        <a:xfrm>
          <a:off x="266815" y="4610700"/>
          <a:ext cx="485118" cy="48511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32361-25B6-4329-A259-D44B751465D7}">
      <dsp:nvSpPr>
        <dsp:cNvPr id="0" name=""/>
        <dsp:cNvSpPr/>
      </dsp:nvSpPr>
      <dsp:spPr>
        <a:xfrm>
          <a:off x="1018749" y="4412242"/>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Ensemble strategy</a:t>
          </a:r>
        </a:p>
      </dsp:txBody>
      <dsp:txXfrm>
        <a:off x="1018749" y="4412242"/>
        <a:ext cx="5795369" cy="882034"/>
      </dsp:txXfrm>
    </dsp:sp>
    <dsp:sp modelId="{8F2CB195-D858-4539-8963-103665B87CBB}">
      <dsp:nvSpPr>
        <dsp:cNvPr id="0" name=""/>
        <dsp:cNvSpPr/>
      </dsp:nvSpPr>
      <dsp:spPr>
        <a:xfrm>
          <a:off x="0" y="5514785"/>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B7EF4-4D0A-4218-BBD4-227E0FCBEB37}">
      <dsp:nvSpPr>
        <dsp:cNvPr id="0" name=""/>
        <dsp:cNvSpPr/>
      </dsp:nvSpPr>
      <dsp:spPr>
        <a:xfrm>
          <a:off x="266815" y="5713243"/>
          <a:ext cx="485118" cy="48511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3066E-79EB-4CBF-B3A3-406C75327730}">
      <dsp:nvSpPr>
        <dsp:cNvPr id="0" name=""/>
        <dsp:cNvSpPr/>
      </dsp:nvSpPr>
      <dsp:spPr>
        <a:xfrm>
          <a:off x="1018749" y="5514785"/>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t>Conclusion</a:t>
          </a:r>
        </a:p>
      </dsp:txBody>
      <dsp:txXfrm>
        <a:off x="1018749" y="5514785"/>
        <a:ext cx="5795369" cy="882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925A14-BF52-3C49-BF53-C3E9ED6284B0}">
      <dsp:nvSpPr>
        <dsp:cNvPr id="0" name=""/>
        <dsp:cNvSpPr/>
      </dsp:nvSpPr>
      <dsp:spPr>
        <a:xfrm>
          <a:off x="0" y="2020596"/>
          <a:ext cx="10874188" cy="31014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66A0DA-4FD5-F340-AB4C-76CB16A626C8}">
      <dsp:nvSpPr>
        <dsp:cNvPr id="0" name=""/>
        <dsp:cNvSpPr/>
      </dsp:nvSpPr>
      <dsp:spPr>
        <a:xfrm>
          <a:off x="0" y="1250661"/>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t>Jan 2023</a:t>
          </a:r>
        </a:p>
      </dsp:txBody>
      <dsp:txXfrm>
        <a:off x="0" y="1250661"/>
        <a:ext cx="1880416" cy="1740535"/>
      </dsp:txXfrm>
    </dsp:sp>
    <dsp:sp modelId="{8F918ABC-2865-CF4F-A08B-7FA74E10E349}">
      <dsp:nvSpPr>
        <dsp:cNvPr id="0" name=""/>
        <dsp:cNvSpPr/>
      </dsp:nvSpPr>
      <dsp:spPr>
        <a:xfrm>
          <a:off x="726942" y="1958102"/>
          <a:ext cx="435133" cy="435133"/>
        </a:xfrm>
        <a:prstGeom prst="ellipse">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BAC7D-1BA1-0945-8D9A-C90DFE2FD2D6}">
      <dsp:nvSpPr>
        <dsp:cNvPr id="0" name=""/>
        <dsp:cNvSpPr/>
      </dsp:nvSpPr>
      <dsp:spPr>
        <a:xfrm>
          <a:off x="2771202" y="1266100"/>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2024</a:t>
          </a:r>
        </a:p>
      </dsp:txBody>
      <dsp:txXfrm>
        <a:off x="2771202" y="1266100"/>
        <a:ext cx="1880416" cy="1740535"/>
      </dsp:txXfrm>
    </dsp:sp>
    <dsp:sp modelId="{ADD6E6C5-AABF-E044-8B07-71B08CF16C14}">
      <dsp:nvSpPr>
        <dsp:cNvPr id="0" name=""/>
        <dsp:cNvSpPr/>
      </dsp:nvSpPr>
      <dsp:spPr>
        <a:xfrm>
          <a:off x="3588887" y="1971547"/>
          <a:ext cx="435133" cy="435133"/>
        </a:xfrm>
        <a:prstGeom prst="ellipse">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85C946-AEFE-0C4B-87CC-D1EB70A3D4F3}">
      <dsp:nvSpPr>
        <dsp:cNvPr id="0" name=""/>
        <dsp:cNvSpPr/>
      </dsp:nvSpPr>
      <dsp:spPr>
        <a:xfrm>
          <a:off x="5257809" y="376669"/>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2025</a:t>
          </a:r>
        </a:p>
      </dsp:txBody>
      <dsp:txXfrm>
        <a:off x="5257809" y="376669"/>
        <a:ext cx="1880416" cy="1740535"/>
      </dsp:txXfrm>
    </dsp:sp>
    <dsp:sp modelId="{ED01DA81-98AD-4045-BC4C-0A89CE412C95}">
      <dsp:nvSpPr>
        <dsp:cNvPr id="0" name=""/>
        <dsp:cNvSpPr/>
      </dsp:nvSpPr>
      <dsp:spPr>
        <a:xfrm>
          <a:off x="6114652" y="1958102"/>
          <a:ext cx="435133" cy="435133"/>
        </a:xfrm>
        <a:prstGeom prst="ellipse">
          <a:avLst/>
        </a:prstGeom>
        <a:solidFill>
          <a:srgbClr val="4EA72E"/>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B40A78-7EB8-C441-BAAD-AF9BBCB35207}">
      <dsp:nvSpPr>
        <dsp:cNvPr id="0" name=""/>
        <dsp:cNvSpPr/>
      </dsp:nvSpPr>
      <dsp:spPr>
        <a:xfrm>
          <a:off x="6278142" y="1265891"/>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March 2025</a:t>
          </a:r>
        </a:p>
      </dsp:txBody>
      <dsp:txXfrm>
        <a:off x="6278142" y="1265891"/>
        <a:ext cx="1880416" cy="1740535"/>
      </dsp:txXfrm>
    </dsp:sp>
    <dsp:sp modelId="{4364E00F-A4D1-6244-9ABF-01DB916EED88}">
      <dsp:nvSpPr>
        <dsp:cNvPr id="0" name=""/>
        <dsp:cNvSpPr/>
      </dsp:nvSpPr>
      <dsp:spPr>
        <a:xfrm>
          <a:off x="6869323" y="1971552"/>
          <a:ext cx="435133" cy="435133"/>
        </a:xfrm>
        <a:prstGeom prst="ellipse">
          <a:avLst/>
        </a:prstGeom>
        <a:solidFill>
          <a:srgbClr val="FFC000"/>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2C04CA-3536-5E4D-8B4D-22B7D8E93C92}">
      <dsp:nvSpPr>
        <dsp:cNvPr id="0" name=""/>
        <dsp:cNvSpPr/>
      </dsp:nvSpPr>
      <dsp:spPr>
        <a:xfrm>
          <a:off x="8110759" y="1217191"/>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Oct</a:t>
          </a:r>
          <a:r>
            <a:rPr lang="en-GB" sz="4100" kern="1200" dirty="0"/>
            <a:t> </a:t>
          </a:r>
          <a:r>
            <a:rPr lang="en-GB" sz="2000" kern="1200" dirty="0">
              <a:solidFill>
                <a:prstClr val="black">
                  <a:hueOff val="0"/>
                  <a:satOff val="0"/>
                  <a:lumOff val="0"/>
                  <a:alphaOff val="0"/>
                </a:prstClr>
              </a:solidFill>
              <a:latin typeface="Aptos" panose="02110004020202020204"/>
              <a:ea typeface="+mn-ea"/>
              <a:cs typeface="+mn-cs"/>
            </a:rPr>
            <a:t>2025</a:t>
          </a:r>
        </a:p>
      </dsp:txBody>
      <dsp:txXfrm>
        <a:off x="8110759" y="1217191"/>
        <a:ext cx="1880416" cy="1740535"/>
      </dsp:txXfrm>
    </dsp:sp>
    <dsp:sp modelId="{3556052B-E53C-3845-802B-98743DD27EE1}">
      <dsp:nvSpPr>
        <dsp:cNvPr id="0" name=""/>
        <dsp:cNvSpPr/>
      </dsp:nvSpPr>
      <dsp:spPr>
        <a:xfrm>
          <a:off x="8490236" y="1958102"/>
          <a:ext cx="435133" cy="435133"/>
        </a:xfrm>
        <a:prstGeom prst="ellipse">
          <a:avLst/>
        </a:prstGeom>
        <a:solidFill>
          <a:srgbClr val="C0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925A14-BF52-3C49-BF53-C3E9ED6284B0}">
      <dsp:nvSpPr>
        <dsp:cNvPr id="0" name=""/>
        <dsp:cNvSpPr/>
      </dsp:nvSpPr>
      <dsp:spPr>
        <a:xfrm>
          <a:off x="0" y="2020596"/>
          <a:ext cx="10874188" cy="31014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66A0DA-4FD5-F340-AB4C-76CB16A626C8}">
      <dsp:nvSpPr>
        <dsp:cNvPr id="0" name=""/>
        <dsp:cNvSpPr/>
      </dsp:nvSpPr>
      <dsp:spPr>
        <a:xfrm>
          <a:off x="0" y="1250661"/>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t>Jan 2023</a:t>
          </a:r>
        </a:p>
      </dsp:txBody>
      <dsp:txXfrm>
        <a:off x="0" y="1250661"/>
        <a:ext cx="1880416" cy="1740535"/>
      </dsp:txXfrm>
    </dsp:sp>
    <dsp:sp modelId="{8F918ABC-2865-CF4F-A08B-7FA74E10E349}">
      <dsp:nvSpPr>
        <dsp:cNvPr id="0" name=""/>
        <dsp:cNvSpPr/>
      </dsp:nvSpPr>
      <dsp:spPr>
        <a:xfrm>
          <a:off x="726942" y="1958102"/>
          <a:ext cx="435133" cy="435133"/>
        </a:xfrm>
        <a:prstGeom prst="ellipse">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5BAC7D-1BA1-0945-8D9A-C90DFE2FD2D6}">
      <dsp:nvSpPr>
        <dsp:cNvPr id="0" name=""/>
        <dsp:cNvSpPr/>
      </dsp:nvSpPr>
      <dsp:spPr>
        <a:xfrm>
          <a:off x="2771202" y="1266100"/>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2024</a:t>
          </a:r>
        </a:p>
      </dsp:txBody>
      <dsp:txXfrm>
        <a:off x="2771202" y="1266100"/>
        <a:ext cx="1880416" cy="1740535"/>
      </dsp:txXfrm>
    </dsp:sp>
    <dsp:sp modelId="{ADD6E6C5-AABF-E044-8B07-71B08CF16C14}">
      <dsp:nvSpPr>
        <dsp:cNvPr id="0" name=""/>
        <dsp:cNvSpPr/>
      </dsp:nvSpPr>
      <dsp:spPr>
        <a:xfrm>
          <a:off x="3588887" y="1971547"/>
          <a:ext cx="435133" cy="435133"/>
        </a:xfrm>
        <a:prstGeom prst="ellipse">
          <a:avLst/>
        </a:prstGeom>
        <a:solidFill>
          <a:schemeClr val="accent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85C946-AEFE-0C4B-87CC-D1EB70A3D4F3}">
      <dsp:nvSpPr>
        <dsp:cNvPr id="0" name=""/>
        <dsp:cNvSpPr/>
      </dsp:nvSpPr>
      <dsp:spPr>
        <a:xfrm>
          <a:off x="5257809" y="376669"/>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Jan</a:t>
          </a:r>
          <a:r>
            <a:rPr lang="en-GB" sz="3700" kern="1200" dirty="0"/>
            <a:t> </a:t>
          </a:r>
          <a:r>
            <a:rPr lang="en-GB" sz="2000" kern="1200" dirty="0">
              <a:solidFill>
                <a:prstClr val="black">
                  <a:hueOff val="0"/>
                  <a:satOff val="0"/>
                  <a:lumOff val="0"/>
                  <a:alphaOff val="0"/>
                </a:prstClr>
              </a:solidFill>
              <a:latin typeface="Aptos" panose="02110004020202020204"/>
              <a:ea typeface="+mn-ea"/>
              <a:cs typeface="+mn-cs"/>
            </a:rPr>
            <a:t>2025</a:t>
          </a:r>
        </a:p>
      </dsp:txBody>
      <dsp:txXfrm>
        <a:off x="5257809" y="376669"/>
        <a:ext cx="1880416" cy="1740535"/>
      </dsp:txXfrm>
    </dsp:sp>
    <dsp:sp modelId="{ED01DA81-98AD-4045-BC4C-0A89CE412C95}">
      <dsp:nvSpPr>
        <dsp:cNvPr id="0" name=""/>
        <dsp:cNvSpPr/>
      </dsp:nvSpPr>
      <dsp:spPr>
        <a:xfrm>
          <a:off x="6114652" y="1958102"/>
          <a:ext cx="435133" cy="435133"/>
        </a:xfrm>
        <a:prstGeom prst="ellipse">
          <a:avLst/>
        </a:prstGeom>
        <a:solidFill>
          <a:srgbClr val="4EA72E"/>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B40A78-7EB8-C441-BAAD-AF9BBCB35207}">
      <dsp:nvSpPr>
        <dsp:cNvPr id="0" name=""/>
        <dsp:cNvSpPr/>
      </dsp:nvSpPr>
      <dsp:spPr>
        <a:xfrm>
          <a:off x="6278142" y="1265891"/>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March 2025</a:t>
          </a:r>
        </a:p>
      </dsp:txBody>
      <dsp:txXfrm>
        <a:off x="6278142" y="1265891"/>
        <a:ext cx="1880416" cy="1740535"/>
      </dsp:txXfrm>
    </dsp:sp>
    <dsp:sp modelId="{4364E00F-A4D1-6244-9ABF-01DB916EED88}">
      <dsp:nvSpPr>
        <dsp:cNvPr id="0" name=""/>
        <dsp:cNvSpPr/>
      </dsp:nvSpPr>
      <dsp:spPr>
        <a:xfrm>
          <a:off x="6869323" y="1971552"/>
          <a:ext cx="435133" cy="435133"/>
        </a:xfrm>
        <a:prstGeom prst="ellipse">
          <a:avLst/>
        </a:prstGeom>
        <a:solidFill>
          <a:srgbClr val="FFC000"/>
        </a:solidFill>
        <a:ln w="1905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2C04CA-3536-5E4D-8B4D-22B7D8E93C92}">
      <dsp:nvSpPr>
        <dsp:cNvPr id="0" name=""/>
        <dsp:cNvSpPr/>
      </dsp:nvSpPr>
      <dsp:spPr>
        <a:xfrm>
          <a:off x="8110759" y="1217191"/>
          <a:ext cx="1880416"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142240" rIns="142240" bIns="142240" numCol="1" spcCol="1270" anchor="b" anchorCtr="0">
          <a:noAutofit/>
        </a:bodyPr>
        <a:lstStyle/>
        <a:p>
          <a:pPr marL="0" lvl="0" indent="0" algn="ctr" defTabSz="889000">
            <a:lnSpc>
              <a:spcPct val="90000"/>
            </a:lnSpc>
            <a:spcBef>
              <a:spcPct val="0"/>
            </a:spcBef>
            <a:spcAft>
              <a:spcPct val="35000"/>
            </a:spcAft>
            <a:buNone/>
          </a:pPr>
          <a:r>
            <a:rPr lang="en-GB" sz="2000" kern="1200" dirty="0">
              <a:solidFill>
                <a:prstClr val="black">
                  <a:hueOff val="0"/>
                  <a:satOff val="0"/>
                  <a:lumOff val="0"/>
                  <a:alphaOff val="0"/>
                </a:prstClr>
              </a:solidFill>
              <a:latin typeface="Aptos" panose="02110004020202020204"/>
              <a:ea typeface="+mn-ea"/>
              <a:cs typeface="+mn-cs"/>
            </a:rPr>
            <a:t>Oct</a:t>
          </a:r>
          <a:r>
            <a:rPr lang="en-GB" sz="4100" kern="1200" dirty="0"/>
            <a:t> </a:t>
          </a:r>
          <a:r>
            <a:rPr lang="en-GB" sz="2000" kern="1200" dirty="0">
              <a:solidFill>
                <a:prstClr val="black">
                  <a:hueOff val="0"/>
                  <a:satOff val="0"/>
                  <a:lumOff val="0"/>
                  <a:alphaOff val="0"/>
                </a:prstClr>
              </a:solidFill>
              <a:latin typeface="Aptos" panose="02110004020202020204"/>
              <a:ea typeface="+mn-ea"/>
              <a:cs typeface="+mn-cs"/>
            </a:rPr>
            <a:t>2025</a:t>
          </a:r>
        </a:p>
      </dsp:txBody>
      <dsp:txXfrm>
        <a:off x="8110759" y="1217191"/>
        <a:ext cx="1880416" cy="1740535"/>
      </dsp:txXfrm>
    </dsp:sp>
    <dsp:sp modelId="{3556052B-E53C-3845-802B-98743DD27EE1}">
      <dsp:nvSpPr>
        <dsp:cNvPr id="0" name=""/>
        <dsp:cNvSpPr/>
      </dsp:nvSpPr>
      <dsp:spPr>
        <a:xfrm>
          <a:off x="8490236" y="1958102"/>
          <a:ext cx="435133" cy="435133"/>
        </a:xfrm>
        <a:prstGeom prst="ellipse">
          <a:avLst/>
        </a:prstGeom>
        <a:solidFill>
          <a:srgbClr val="C0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90646-89C2-4893-B970-2378C9A89853}">
      <dsp:nvSpPr>
        <dsp:cNvPr id="0" name=""/>
        <dsp:cNvSpPr/>
      </dsp:nvSpPr>
      <dsp:spPr>
        <a:xfrm>
          <a:off x="0" y="206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9764F-61D5-4F4F-9355-F41F846D8CDC}">
      <dsp:nvSpPr>
        <dsp:cNvPr id="0" name=""/>
        <dsp:cNvSpPr/>
      </dsp:nvSpPr>
      <dsp:spPr>
        <a:xfrm>
          <a:off x="266815" y="200527"/>
          <a:ext cx="485118" cy="4851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E6B36-981A-4508-A2B7-7F656DE0104A}">
      <dsp:nvSpPr>
        <dsp:cNvPr id="0" name=""/>
        <dsp:cNvSpPr/>
      </dsp:nvSpPr>
      <dsp:spPr>
        <a:xfrm>
          <a:off x="1018749" y="206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Brief on Challenge – as I understood it</a:t>
          </a:r>
        </a:p>
      </dsp:txBody>
      <dsp:txXfrm>
        <a:off x="1018749" y="2069"/>
        <a:ext cx="5795369" cy="882034"/>
      </dsp:txXfrm>
    </dsp:sp>
    <dsp:sp modelId="{F20A6DF6-C7D3-4AC9-9FF2-9E40E1B71308}">
      <dsp:nvSpPr>
        <dsp:cNvPr id="0" name=""/>
        <dsp:cNvSpPr/>
      </dsp:nvSpPr>
      <dsp:spPr>
        <a:xfrm>
          <a:off x="0" y="1104613"/>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A0393D-575C-4ED8-96BD-A57A5FE6A102}">
      <dsp:nvSpPr>
        <dsp:cNvPr id="0" name=""/>
        <dsp:cNvSpPr/>
      </dsp:nvSpPr>
      <dsp:spPr>
        <a:xfrm>
          <a:off x="266815" y="1303070"/>
          <a:ext cx="485118" cy="4851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64AD20-2D52-4240-892E-7EAA804CD00A}">
      <dsp:nvSpPr>
        <dsp:cNvPr id="0" name=""/>
        <dsp:cNvSpPr/>
      </dsp:nvSpPr>
      <dsp:spPr>
        <a:xfrm>
          <a:off x="1018749" y="1104613"/>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Data preparation</a:t>
          </a:r>
        </a:p>
      </dsp:txBody>
      <dsp:txXfrm>
        <a:off x="1018749" y="1104613"/>
        <a:ext cx="5795369" cy="882034"/>
      </dsp:txXfrm>
    </dsp:sp>
    <dsp:sp modelId="{BD7295EA-6774-4C78-B0AA-691DEDA92C80}">
      <dsp:nvSpPr>
        <dsp:cNvPr id="0" name=""/>
        <dsp:cNvSpPr/>
      </dsp:nvSpPr>
      <dsp:spPr>
        <a:xfrm>
          <a:off x="0" y="2207156"/>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80952-0B14-46D7-A34D-D27384155AC7}">
      <dsp:nvSpPr>
        <dsp:cNvPr id="0" name=""/>
        <dsp:cNvSpPr/>
      </dsp:nvSpPr>
      <dsp:spPr>
        <a:xfrm>
          <a:off x="266815" y="2405613"/>
          <a:ext cx="485118" cy="4851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133055-FC9C-45E8-A7C9-E48243046BD6}">
      <dsp:nvSpPr>
        <dsp:cNvPr id="0" name=""/>
        <dsp:cNvSpPr/>
      </dsp:nvSpPr>
      <dsp:spPr>
        <a:xfrm>
          <a:off x="1018749" y="2207156"/>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t>Feature engineering</a:t>
          </a:r>
        </a:p>
      </dsp:txBody>
      <dsp:txXfrm>
        <a:off x="1018749" y="2207156"/>
        <a:ext cx="5795369" cy="882034"/>
      </dsp:txXfrm>
    </dsp:sp>
    <dsp:sp modelId="{809F7D35-CBEE-4729-992E-758B27FD4650}">
      <dsp:nvSpPr>
        <dsp:cNvPr id="0" name=""/>
        <dsp:cNvSpPr/>
      </dsp:nvSpPr>
      <dsp:spPr>
        <a:xfrm>
          <a:off x="0" y="330969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4FE75-B360-4176-8AA4-262454757DC0}">
      <dsp:nvSpPr>
        <dsp:cNvPr id="0" name=""/>
        <dsp:cNvSpPr/>
      </dsp:nvSpPr>
      <dsp:spPr>
        <a:xfrm>
          <a:off x="266815" y="3508157"/>
          <a:ext cx="485118" cy="48511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B56EA5-BB2F-47D9-8291-0684F79B8F8F}">
      <dsp:nvSpPr>
        <dsp:cNvPr id="0" name=""/>
        <dsp:cNvSpPr/>
      </dsp:nvSpPr>
      <dsp:spPr>
        <a:xfrm>
          <a:off x="1018749" y="330969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Modelling methodology</a:t>
          </a:r>
        </a:p>
      </dsp:txBody>
      <dsp:txXfrm>
        <a:off x="1018749" y="3309699"/>
        <a:ext cx="5795369" cy="882034"/>
      </dsp:txXfrm>
    </dsp:sp>
    <dsp:sp modelId="{D209269A-583E-47AE-8F24-66289C46D687}">
      <dsp:nvSpPr>
        <dsp:cNvPr id="0" name=""/>
        <dsp:cNvSpPr/>
      </dsp:nvSpPr>
      <dsp:spPr>
        <a:xfrm>
          <a:off x="0" y="4412242"/>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4399B-580D-49B6-8901-47246E489D06}">
      <dsp:nvSpPr>
        <dsp:cNvPr id="0" name=""/>
        <dsp:cNvSpPr/>
      </dsp:nvSpPr>
      <dsp:spPr>
        <a:xfrm>
          <a:off x="266815" y="4610700"/>
          <a:ext cx="485118" cy="48511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32361-25B6-4329-A259-D44B751465D7}">
      <dsp:nvSpPr>
        <dsp:cNvPr id="0" name=""/>
        <dsp:cNvSpPr/>
      </dsp:nvSpPr>
      <dsp:spPr>
        <a:xfrm>
          <a:off x="1018749" y="4412242"/>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Ensemble strategy</a:t>
          </a:r>
        </a:p>
      </dsp:txBody>
      <dsp:txXfrm>
        <a:off x="1018749" y="4412242"/>
        <a:ext cx="5795369" cy="882034"/>
      </dsp:txXfrm>
    </dsp:sp>
    <dsp:sp modelId="{8F2CB195-D858-4539-8963-103665B87CBB}">
      <dsp:nvSpPr>
        <dsp:cNvPr id="0" name=""/>
        <dsp:cNvSpPr/>
      </dsp:nvSpPr>
      <dsp:spPr>
        <a:xfrm>
          <a:off x="0" y="5514785"/>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B7EF4-4D0A-4218-BBD4-227E0FCBEB37}">
      <dsp:nvSpPr>
        <dsp:cNvPr id="0" name=""/>
        <dsp:cNvSpPr/>
      </dsp:nvSpPr>
      <dsp:spPr>
        <a:xfrm>
          <a:off x="266815" y="5713243"/>
          <a:ext cx="485118" cy="48511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3066E-79EB-4CBF-B3A3-406C75327730}">
      <dsp:nvSpPr>
        <dsp:cNvPr id="0" name=""/>
        <dsp:cNvSpPr/>
      </dsp:nvSpPr>
      <dsp:spPr>
        <a:xfrm>
          <a:off x="1018749" y="5514785"/>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Conclusion</a:t>
          </a:r>
        </a:p>
      </dsp:txBody>
      <dsp:txXfrm>
        <a:off x="1018749" y="5514785"/>
        <a:ext cx="5795369" cy="8820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90646-89C2-4893-B970-2378C9A89853}">
      <dsp:nvSpPr>
        <dsp:cNvPr id="0" name=""/>
        <dsp:cNvSpPr/>
      </dsp:nvSpPr>
      <dsp:spPr>
        <a:xfrm>
          <a:off x="0" y="206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9764F-61D5-4F4F-9355-F41F846D8CDC}">
      <dsp:nvSpPr>
        <dsp:cNvPr id="0" name=""/>
        <dsp:cNvSpPr/>
      </dsp:nvSpPr>
      <dsp:spPr>
        <a:xfrm>
          <a:off x="266815" y="200527"/>
          <a:ext cx="485118" cy="4851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E6B36-981A-4508-A2B7-7F656DE0104A}">
      <dsp:nvSpPr>
        <dsp:cNvPr id="0" name=""/>
        <dsp:cNvSpPr/>
      </dsp:nvSpPr>
      <dsp:spPr>
        <a:xfrm>
          <a:off x="1018749" y="206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Brief on Challenge – as I understood it</a:t>
          </a:r>
        </a:p>
      </dsp:txBody>
      <dsp:txXfrm>
        <a:off x="1018749" y="2069"/>
        <a:ext cx="5795369" cy="882034"/>
      </dsp:txXfrm>
    </dsp:sp>
    <dsp:sp modelId="{F20A6DF6-C7D3-4AC9-9FF2-9E40E1B71308}">
      <dsp:nvSpPr>
        <dsp:cNvPr id="0" name=""/>
        <dsp:cNvSpPr/>
      </dsp:nvSpPr>
      <dsp:spPr>
        <a:xfrm>
          <a:off x="0" y="1104613"/>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A0393D-575C-4ED8-96BD-A57A5FE6A102}">
      <dsp:nvSpPr>
        <dsp:cNvPr id="0" name=""/>
        <dsp:cNvSpPr/>
      </dsp:nvSpPr>
      <dsp:spPr>
        <a:xfrm>
          <a:off x="266815" y="1303070"/>
          <a:ext cx="485118" cy="4851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64AD20-2D52-4240-892E-7EAA804CD00A}">
      <dsp:nvSpPr>
        <dsp:cNvPr id="0" name=""/>
        <dsp:cNvSpPr/>
      </dsp:nvSpPr>
      <dsp:spPr>
        <a:xfrm>
          <a:off x="1018749" y="1104613"/>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Data preparation</a:t>
          </a:r>
        </a:p>
      </dsp:txBody>
      <dsp:txXfrm>
        <a:off x="1018749" y="1104613"/>
        <a:ext cx="5795369" cy="882034"/>
      </dsp:txXfrm>
    </dsp:sp>
    <dsp:sp modelId="{BD7295EA-6774-4C78-B0AA-691DEDA92C80}">
      <dsp:nvSpPr>
        <dsp:cNvPr id="0" name=""/>
        <dsp:cNvSpPr/>
      </dsp:nvSpPr>
      <dsp:spPr>
        <a:xfrm>
          <a:off x="0" y="2207156"/>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80952-0B14-46D7-A34D-D27384155AC7}">
      <dsp:nvSpPr>
        <dsp:cNvPr id="0" name=""/>
        <dsp:cNvSpPr/>
      </dsp:nvSpPr>
      <dsp:spPr>
        <a:xfrm>
          <a:off x="266815" y="2405613"/>
          <a:ext cx="485118" cy="4851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133055-FC9C-45E8-A7C9-E48243046BD6}">
      <dsp:nvSpPr>
        <dsp:cNvPr id="0" name=""/>
        <dsp:cNvSpPr/>
      </dsp:nvSpPr>
      <dsp:spPr>
        <a:xfrm>
          <a:off x="1018749" y="2207156"/>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Feature engineering</a:t>
          </a:r>
        </a:p>
      </dsp:txBody>
      <dsp:txXfrm>
        <a:off x="1018749" y="2207156"/>
        <a:ext cx="5795369" cy="882034"/>
      </dsp:txXfrm>
    </dsp:sp>
    <dsp:sp modelId="{809F7D35-CBEE-4729-992E-758B27FD4650}">
      <dsp:nvSpPr>
        <dsp:cNvPr id="0" name=""/>
        <dsp:cNvSpPr/>
      </dsp:nvSpPr>
      <dsp:spPr>
        <a:xfrm>
          <a:off x="0" y="330969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4FE75-B360-4176-8AA4-262454757DC0}">
      <dsp:nvSpPr>
        <dsp:cNvPr id="0" name=""/>
        <dsp:cNvSpPr/>
      </dsp:nvSpPr>
      <dsp:spPr>
        <a:xfrm>
          <a:off x="266815" y="3508157"/>
          <a:ext cx="485118" cy="48511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B56EA5-BB2F-47D9-8291-0684F79B8F8F}">
      <dsp:nvSpPr>
        <dsp:cNvPr id="0" name=""/>
        <dsp:cNvSpPr/>
      </dsp:nvSpPr>
      <dsp:spPr>
        <a:xfrm>
          <a:off x="1018749" y="330969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Modelling methodology</a:t>
          </a:r>
        </a:p>
      </dsp:txBody>
      <dsp:txXfrm>
        <a:off x="1018749" y="3309699"/>
        <a:ext cx="5795369" cy="882034"/>
      </dsp:txXfrm>
    </dsp:sp>
    <dsp:sp modelId="{D209269A-583E-47AE-8F24-66289C46D687}">
      <dsp:nvSpPr>
        <dsp:cNvPr id="0" name=""/>
        <dsp:cNvSpPr/>
      </dsp:nvSpPr>
      <dsp:spPr>
        <a:xfrm>
          <a:off x="0" y="4412242"/>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4399B-580D-49B6-8901-47246E489D06}">
      <dsp:nvSpPr>
        <dsp:cNvPr id="0" name=""/>
        <dsp:cNvSpPr/>
      </dsp:nvSpPr>
      <dsp:spPr>
        <a:xfrm>
          <a:off x="266815" y="4610700"/>
          <a:ext cx="485118" cy="48511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32361-25B6-4329-A259-D44B751465D7}">
      <dsp:nvSpPr>
        <dsp:cNvPr id="0" name=""/>
        <dsp:cNvSpPr/>
      </dsp:nvSpPr>
      <dsp:spPr>
        <a:xfrm>
          <a:off x="1018749" y="4412242"/>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Ensemble strategy</a:t>
          </a:r>
        </a:p>
      </dsp:txBody>
      <dsp:txXfrm>
        <a:off x="1018749" y="4412242"/>
        <a:ext cx="5795369" cy="882034"/>
      </dsp:txXfrm>
    </dsp:sp>
    <dsp:sp modelId="{8F2CB195-D858-4539-8963-103665B87CBB}">
      <dsp:nvSpPr>
        <dsp:cNvPr id="0" name=""/>
        <dsp:cNvSpPr/>
      </dsp:nvSpPr>
      <dsp:spPr>
        <a:xfrm>
          <a:off x="0" y="5514785"/>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B7EF4-4D0A-4218-BBD4-227E0FCBEB37}">
      <dsp:nvSpPr>
        <dsp:cNvPr id="0" name=""/>
        <dsp:cNvSpPr/>
      </dsp:nvSpPr>
      <dsp:spPr>
        <a:xfrm>
          <a:off x="266815" y="5713243"/>
          <a:ext cx="485118" cy="48511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3066E-79EB-4CBF-B3A3-406C75327730}">
      <dsp:nvSpPr>
        <dsp:cNvPr id="0" name=""/>
        <dsp:cNvSpPr/>
      </dsp:nvSpPr>
      <dsp:spPr>
        <a:xfrm>
          <a:off x="1018749" y="5514785"/>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Conclusion</a:t>
          </a:r>
        </a:p>
      </dsp:txBody>
      <dsp:txXfrm>
        <a:off x="1018749" y="5514785"/>
        <a:ext cx="5795369" cy="8820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30675A-8177-439E-84C2-5578F64E5B7B}">
      <dsp:nvSpPr>
        <dsp:cNvPr id="0" name=""/>
        <dsp:cNvSpPr/>
      </dsp:nvSpPr>
      <dsp:spPr>
        <a:xfrm>
          <a:off x="765914" y="8309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447C9B-C58C-4E15-A5F5-703D610F1201}">
      <dsp:nvSpPr>
        <dsp:cNvPr id="0" name=""/>
        <dsp:cNvSpPr/>
      </dsp:nvSpPr>
      <dsp:spPr>
        <a:xfrm>
          <a:off x="765914" y="1804948"/>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GB" sz="3600" kern="1200" dirty="0">
              <a:solidFill>
                <a:srgbClr val="C00000"/>
              </a:solidFill>
            </a:rPr>
            <a:t>Principles</a:t>
          </a:r>
        </a:p>
      </dsp:txBody>
      <dsp:txXfrm>
        <a:off x="765914" y="1804948"/>
        <a:ext cx="4320000" cy="648000"/>
      </dsp:txXfrm>
    </dsp:sp>
    <dsp:sp modelId="{CB3FF1D2-D96D-4909-A568-8FC1ABB36373}">
      <dsp:nvSpPr>
        <dsp:cNvPr id="0" name=""/>
        <dsp:cNvSpPr/>
      </dsp:nvSpPr>
      <dsp:spPr>
        <a:xfrm>
          <a:off x="765914" y="2550556"/>
          <a:ext cx="4320000" cy="2412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pPr>
          <a:r>
            <a:rPr lang="en-IN" sz="2000" b="1" i="0" u="none" kern="1200" dirty="0"/>
            <a:t>Economically Interpretable</a:t>
          </a:r>
          <a:endParaRPr lang="en-GB" sz="2000" b="1" kern="1200" dirty="0"/>
        </a:p>
        <a:p>
          <a:pPr marL="0" lvl="0" indent="0" algn="l" defTabSz="889000">
            <a:lnSpc>
              <a:spcPct val="100000"/>
            </a:lnSpc>
            <a:spcBef>
              <a:spcPct val="0"/>
            </a:spcBef>
            <a:spcAft>
              <a:spcPct val="35000"/>
            </a:spcAft>
            <a:buNone/>
          </a:pPr>
          <a:r>
            <a:rPr lang="en-GB" sz="2000" b="1" kern="1200" dirty="0"/>
            <a:t>Lag safe by construction</a:t>
          </a:r>
        </a:p>
        <a:p>
          <a:pPr marL="0" lvl="0" indent="0" algn="l" defTabSz="889000">
            <a:lnSpc>
              <a:spcPct val="100000"/>
            </a:lnSpc>
            <a:spcBef>
              <a:spcPct val="0"/>
            </a:spcBef>
            <a:spcAft>
              <a:spcPct val="35000"/>
            </a:spcAft>
            <a:buNone/>
          </a:pPr>
          <a:r>
            <a:rPr lang="en-GB" sz="2000" b="1" kern="1200" dirty="0"/>
            <a:t>Robust to sparsity and zeros</a:t>
          </a:r>
        </a:p>
        <a:p>
          <a:pPr marL="0" lvl="0" indent="0" algn="l" defTabSz="889000">
            <a:lnSpc>
              <a:spcPct val="100000"/>
            </a:lnSpc>
            <a:spcBef>
              <a:spcPct val="0"/>
            </a:spcBef>
            <a:spcAft>
              <a:spcPct val="35000"/>
            </a:spcAft>
            <a:buNone/>
          </a:pPr>
          <a:r>
            <a:rPr lang="en-GB" sz="2000" b="1" kern="1200" dirty="0"/>
            <a:t>Segment and horizon aware</a:t>
          </a:r>
        </a:p>
      </dsp:txBody>
      <dsp:txXfrm>
        <a:off x="765914" y="2550556"/>
        <a:ext cx="4320000" cy="2412952"/>
      </dsp:txXfrm>
    </dsp:sp>
    <dsp:sp modelId="{8C1A370D-039F-45E8-9044-4D5753B6C3BB}">
      <dsp:nvSpPr>
        <dsp:cNvPr id="0" name=""/>
        <dsp:cNvSpPr/>
      </dsp:nvSpPr>
      <dsp:spPr>
        <a:xfrm>
          <a:off x="5841914" y="8309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B9CB23-1B10-4AD7-8DC4-86EAEAE5D430}">
      <dsp:nvSpPr>
        <dsp:cNvPr id="0" name=""/>
        <dsp:cNvSpPr/>
      </dsp:nvSpPr>
      <dsp:spPr>
        <a:xfrm>
          <a:off x="5841914" y="1804948"/>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GB" sz="3600" kern="1200" dirty="0">
              <a:solidFill>
                <a:srgbClr val="C00000"/>
              </a:solidFill>
            </a:rPr>
            <a:t>Feature Buckets</a:t>
          </a:r>
        </a:p>
      </dsp:txBody>
      <dsp:txXfrm>
        <a:off x="5841914" y="1804948"/>
        <a:ext cx="4320000" cy="648000"/>
      </dsp:txXfrm>
    </dsp:sp>
    <dsp:sp modelId="{1D43FCE4-403F-4670-8663-A8FF370A91E5}">
      <dsp:nvSpPr>
        <dsp:cNvPr id="0" name=""/>
        <dsp:cNvSpPr/>
      </dsp:nvSpPr>
      <dsp:spPr>
        <a:xfrm>
          <a:off x="5841914" y="2550556"/>
          <a:ext cx="4320000" cy="2412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pPr>
          <a:r>
            <a:rPr lang="en-IN" sz="2000" b="1" kern="1200" dirty="0"/>
            <a:t>Temporal / Calendar</a:t>
          </a:r>
          <a:endParaRPr lang="en-GB" sz="2000" kern="1200" dirty="0"/>
        </a:p>
        <a:p>
          <a:pPr marL="0" lvl="0" indent="0" algn="l" defTabSz="889000">
            <a:lnSpc>
              <a:spcPct val="100000"/>
            </a:lnSpc>
            <a:spcBef>
              <a:spcPct val="0"/>
            </a:spcBef>
            <a:spcAft>
              <a:spcPct val="35000"/>
            </a:spcAft>
            <a:buNone/>
          </a:pPr>
          <a:r>
            <a:rPr lang="en-IN" sz="2000" b="1" kern="1200" dirty="0"/>
            <a:t>Lagged Levels &amp; Memory</a:t>
          </a:r>
          <a:endParaRPr lang="en-IN" sz="2000" kern="1200" dirty="0"/>
        </a:p>
        <a:p>
          <a:pPr marL="0" lvl="0" indent="0" algn="l" defTabSz="889000">
            <a:lnSpc>
              <a:spcPct val="100000"/>
            </a:lnSpc>
            <a:spcBef>
              <a:spcPct val="0"/>
            </a:spcBef>
            <a:spcAft>
              <a:spcPct val="35000"/>
            </a:spcAft>
            <a:buNone/>
          </a:pPr>
          <a:r>
            <a:rPr lang="en-IN" sz="2000" b="1" kern="1200"/>
            <a:t>Trend &amp; Volatility</a:t>
          </a:r>
          <a:endParaRPr lang="en-IN" sz="2000" kern="1200"/>
        </a:p>
        <a:p>
          <a:pPr marL="0" lvl="0" indent="0" algn="l" defTabSz="889000">
            <a:lnSpc>
              <a:spcPct val="100000"/>
            </a:lnSpc>
            <a:spcBef>
              <a:spcPct val="0"/>
            </a:spcBef>
            <a:spcAft>
              <a:spcPct val="35000"/>
            </a:spcAft>
            <a:buNone/>
          </a:pPr>
          <a:r>
            <a:rPr lang="en-IN" sz="2000" b="1" kern="1200" dirty="0">
              <a:solidFill>
                <a:srgbClr val="C00000"/>
              </a:solidFill>
            </a:rPr>
            <a:t>Cross-Flow Coupling</a:t>
          </a:r>
          <a:endParaRPr lang="en-IN" sz="2000" kern="1200" dirty="0">
            <a:solidFill>
              <a:srgbClr val="C00000"/>
            </a:solidFill>
          </a:endParaRPr>
        </a:p>
        <a:p>
          <a:pPr marL="0" lvl="0" indent="0" algn="l" defTabSz="889000">
            <a:lnSpc>
              <a:spcPct val="100000"/>
            </a:lnSpc>
            <a:spcBef>
              <a:spcPct val="0"/>
            </a:spcBef>
            <a:spcAft>
              <a:spcPct val="35000"/>
            </a:spcAft>
            <a:buNone/>
          </a:pPr>
          <a:r>
            <a:rPr lang="en-IN" sz="2000" b="1" kern="1200" dirty="0">
              <a:solidFill>
                <a:srgbClr val="C00000"/>
              </a:solidFill>
            </a:rPr>
            <a:t>Macro Signals </a:t>
          </a:r>
          <a:endParaRPr lang="en-IN" sz="2000" kern="1200" dirty="0">
            <a:solidFill>
              <a:srgbClr val="C00000"/>
            </a:solidFill>
          </a:endParaRPr>
        </a:p>
        <a:p>
          <a:pPr marL="0" lvl="0" indent="0" algn="l" defTabSz="889000">
            <a:lnSpc>
              <a:spcPct val="100000"/>
            </a:lnSpc>
            <a:spcBef>
              <a:spcPct val="0"/>
            </a:spcBef>
            <a:spcAft>
              <a:spcPct val="35000"/>
            </a:spcAft>
            <a:buNone/>
          </a:pPr>
          <a:r>
            <a:rPr lang="en-IN" sz="2000" b="1" kern="1200" dirty="0"/>
            <a:t>Activity &amp; Zero Dynamics</a:t>
          </a:r>
          <a:endParaRPr lang="en-IN" sz="2000" kern="1200" dirty="0"/>
        </a:p>
      </dsp:txBody>
      <dsp:txXfrm>
        <a:off x="5841914" y="2550556"/>
        <a:ext cx="4320000" cy="24129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90646-89C2-4893-B970-2378C9A89853}">
      <dsp:nvSpPr>
        <dsp:cNvPr id="0" name=""/>
        <dsp:cNvSpPr/>
      </dsp:nvSpPr>
      <dsp:spPr>
        <a:xfrm>
          <a:off x="0" y="206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9764F-61D5-4F4F-9355-F41F846D8CDC}">
      <dsp:nvSpPr>
        <dsp:cNvPr id="0" name=""/>
        <dsp:cNvSpPr/>
      </dsp:nvSpPr>
      <dsp:spPr>
        <a:xfrm>
          <a:off x="266815" y="200527"/>
          <a:ext cx="485118" cy="4851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E6B36-981A-4508-A2B7-7F656DE0104A}">
      <dsp:nvSpPr>
        <dsp:cNvPr id="0" name=""/>
        <dsp:cNvSpPr/>
      </dsp:nvSpPr>
      <dsp:spPr>
        <a:xfrm>
          <a:off x="1018749" y="206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Brief on Challenge – as I understood it</a:t>
          </a:r>
        </a:p>
      </dsp:txBody>
      <dsp:txXfrm>
        <a:off x="1018749" y="2069"/>
        <a:ext cx="5795369" cy="882034"/>
      </dsp:txXfrm>
    </dsp:sp>
    <dsp:sp modelId="{F20A6DF6-C7D3-4AC9-9FF2-9E40E1B71308}">
      <dsp:nvSpPr>
        <dsp:cNvPr id="0" name=""/>
        <dsp:cNvSpPr/>
      </dsp:nvSpPr>
      <dsp:spPr>
        <a:xfrm>
          <a:off x="0" y="1104613"/>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A0393D-575C-4ED8-96BD-A57A5FE6A102}">
      <dsp:nvSpPr>
        <dsp:cNvPr id="0" name=""/>
        <dsp:cNvSpPr/>
      </dsp:nvSpPr>
      <dsp:spPr>
        <a:xfrm>
          <a:off x="266815" y="1303070"/>
          <a:ext cx="485118" cy="4851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64AD20-2D52-4240-892E-7EAA804CD00A}">
      <dsp:nvSpPr>
        <dsp:cNvPr id="0" name=""/>
        <dsp:cNvSpPr/>
      </dsp:nvSpPr>
      <dsp:spPr>
        <a:xfrm>
          <a:off x="1018749" y="1104613"/>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Data preparation</a:t>
          </a:r>
        </a:p>
      </dsp:txBody>
      <dsp:txXfrm>
        <a:off x="1018749" y="1104613"/>
        <a:ext cx="5795369" cy="882034"/>
      </dsp:txXfrm>
    </dsp:sp>
    <dsp:sp modelId="{BD7295EA-6774-4C78-B0AA-691DEDA92C80}">
      <dsp:nvSpPr>
        <dsp:cNvPr id="0" name=""/>
        <dsp:cNvSpPr/>
      </dsp:nvSpPr>
      <dsp:spPr>
        <a:xfrm>
          <a:off x="0" y="2207156"/>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80952-0B14-46D7-A34D-D27384155AC7}">
      <dsp:nvSpPr>
        <dsp:cNvPr id="0" name=""/>
        <dsp:cNvSpPr/>
      </dsp:nvSpPr>
      <dsp:spPr>
        <a:xfrm>
          <a:off x="266815" y="2405613"/>
          <a:ext cx="485118" cy="4851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133055-FC9C-45E8-A7C9-E48243046BD6}">
      <dsp:nvSpPr>
        <dsp:cNvPr id="0" name=""/>
        <dsp:cNvSpPr/>
      </dsp:nvSpPr>
      <dsp:spPr>
        <a:xfrm>
          <a:off x="1018749" y="2207156"/>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Feature engineering</a:t>
          </a:r>
        </a:p>
      </dsp:txBody>
      <dsp:txXfrm>
        <a:off x="1018749" y="2207156"/>
        <a:ext cx="5795369" cy="882034"/>
      </dsp:txXfrm>
    </dsp:sp>
    <dsp:sp modelId="{809F7D35-CBEE-4729-992E-758B27FD4650}">
      <dsp:nvSpPr>
        <dsp:cNvPr id="0" name=""/>
        <dsp:cNvSpPr/>
      </dsp:nvSpPr>
      <dsp:spPr>
        <a:xfrm>
          <a:off x="0" y="330969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4FE75-B360-4176-8AA4-262454757DC0}">
      <dsp:nvSpPr>
        <dsp:cNvPr id="0" name=""/>
        <dsp:cNvSpPr/>
      </dsp:nvSpPr>
      <dsp:spPr>
        <a:xfrm>
          <a:off x="266815" y="3508157"/>
          <a:ext cx="485118" cy="48511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B56EA5-BB2F-47D9-8291-0684F79B8F8F}">
      <dsp:nvSpPr>
        <dsp:cNvPr id="0" name=""/>
        <dsp:cNvSpPr/>
      </dsp:nvSpPr>
      <dsp:spPr>
        <a:xfrm>
          <a:off x="1018749" y="330969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Modelling methodology</a:t>
          </a:r>
        </a:p>
      </dsp:txBody>
      <dsp:txXfrm>
        <a:off x="1018749" y="3309699"/>
        <a:ext cx="5795369" cy="882034"/>
      </dsp:txXfrm>
    </dsp:sp>
    <dsp:sp modelId="{D209269A-583E-47AE-8F24-66289C46D687}">
      <dsp:nvSpPr>
        <dsp:cNvPr id="0" name=""/>
        <dsp:cNvSpPr/>
      </dsp:nvSpPr>
      <dsp:spPr>
        <a:xfrm>
          <a:off x="0" y="4412242"/>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4399B-580D-49B6-8901-47246E489D06}">
      <dsp:nvSpPr>
        <dsp:cNvPr id="0" name=""/>
        <dsp:cNvSpPr/>
      </dsp:nvSpPr>
      <dsp:spPr>
        <a:xfrm>
          <a:off x="266815" y="4610700"/>
          <a:ext cx="485118" cy="48511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32361-25B6-4329-A259-D44B751465D7}">
      <dsp:nvSpPr>
        <dsp:cNvPr id="0" name=""/>
        <dsp:cNvSpPr/>
      </dsp:nvSpPr>
      <dsp:spPr>
        <a:xfrm>
          <a:off x="1018749" y="4412242"/>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Ensemble strategy</a:t>
          </a:r>
        </a:p>
      </dsp:txBody>
      <dsp:txXfrm>
        <a:off x="1018749" y="4412242"/>
        <a:ext cx="5795369" cy="882034"/>
      </dsp:txXfrm>
    </dsp:sp>
    <dsp:sp modelId="{8F2CB195-D858-4539-8963-103665B87CBB}">
      <dsp:nvSpPr>
        <dsp:cNvPr id="0" name=""/>
        <dsp:cNvSpPr/>
      </dsp:nvSpPr>
      <dsp:spPr>
        <a:xfrm>
          <a:off x="0" y="5514785"/>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B7EF4-4D0A-4218-BBD4-227E0FCBEB37}">
      <dsp:nvSpPr>
        <dsp:cNvPr id="0" name=""/>
        <dsp:cNvSpPr/>
      </dsp:nvSpPr>
      <dsp:spPr>
        <a:xfrm>
          <a:off x="266815" y="5713243"/>
          <a:ext cx="485118" cy="48511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3066E-79EB-4CBF-B3A3-406C75327730}">
      <dsp:nvSpPr>
        <dsp:cNvPr id="0" name=""/>
        <dsp:cNvSpPr/>
      </dsp:nvSpPr>
      <dsp:spPr>
        <a:xfrm>
          <a:off x="1018749" y="5514785"/>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Conclusion</a:t>
          </a:r>
        </a:p>
      </dsp:txBody>
      <dsp:txXfrm>
        <a:off x="1018749" y="5514785"/>
        <a:ext cx="5795369" cy="8820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90646-89C2-4893-B970-2378C9A89853}">
      <dsp:nvSpPr>
        <dsp:cNvPr id="0" name=""/>
        <dsp:cNvSpPr/>
      </dsp:nvSpPr>
      <dsp:spPr>
        <a:xfrm>
          <a:off x="0" y="206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9764F-61D5-4F4F-9355-F41F846D8CDC}">
      <dsp:nvSpPr>
        <dsp:cNvPr id="0" name=""/>
        <dsp:cNvSpPr/>
      </dsp:nvSpPr>
      <dsp:spPr>
        <a:xfrm>
          <a:off x="266815" y="200527"/>
          <a:ext cx="485118" cy="4851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E6B36-981A-4508-A2B7-7F656DE0104A}">
      <dsp:nvSpPr>
        <dsp:cNvPr id="0" name=""/>
        <dsp:cNvSpPr/>
      </dsp:nvSpPr>
      <dsp:spPr>
        <a:xfrm>
          <a:off x="1018749" y="206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Brief on Challenge – as I understood it</a:t>
          </a:r>
        </a:p>
      </dsp:txBody>
      <dsp:txXfrm>
        <a:off x="1018749" y="2069"/>
        <a:ext cx="5795369" cy="882034"/>
      </dsp:txXfrm>
    </dsp:sp>
    <dsp:sp modelId="{F20A6DF6-C7D3-4AC9-9FF2-9E40E1B71308}">
      <dsp:nvSpPr>
        <dsp:cNvPr id="0" name=""/>
        <dsp:cNvSpPr/>
      </dsp:nvSpPr>
      <dsp:spPr>
        <a:xfrm>
          <a:off x="0" y="1104613"/>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A0393D-575C-4ED8-96BD-A57A5FE6A102}">
      <dsp:nvSpPr>
        <dsp:cNvPr id="0" name=""/>
        <dsp:cNvSpPr/>
      </dsp:nvSpPr>
      <dsp:spPr>
        <a:xfrm>
          <a:off x="266815" y="1303070"/>
          <a:ext cx="485118" cy="4851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64AD20-2D52-4240-892E-7EAA804CD00A}">
      <dsp:nvSpPr>
        <dsp:cNvPr id="0" name=""/>
        <dsp:cNvSpPr/>
      </dsp:nvSpPr>
      <dsp:spPr>
        <a:xfrm>
          <a:off x="1018749" y="1104613"/>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Data preparation</a:t>
          </a:r>
        </a:p>
      </dsp:txBody>
      <dsp:txXfrm>
        <a:off x="1018749" y="1104613"/>
        <a:ext cx="5795369" cy="882034"/>
      </dsp:txXfrm>
    </dsp:sp>
    <dsp:sp modelId="{BD7295EA-6774-4C78-B0AA-691DEDA92C80}">
      <dsp:nvSpPr>
        <dsp:cNvPr id="0" name=""/>
        <dsp:cNvSpPr/>
      </dsp:nvSpPr>
      <dsp:spPr>
        <a:xfrm>
          <a:off x="0" y="2207156"/>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80952-0B14-46D7-A34D-D27384155AC7}">
      <dsp:nvSpPr>
        <dsp:cNvPr id="0" name=""/>
        <dsp:cNvSpPr/>
      </dsp:nvSpPr>
      <dsp:spPr>
        <a:xfrm>
          <a:off x="266815" y="2405613"/>
          <a:ext cx="485118" cy="4851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133055-FC9C-45E8-A7C9-E48243046BD6}">
      <dsp:nvSpPr>
        <dsp:cNvPr id="0" name=""/>
        <dsp:cNvSpPr/>
      </dsp:nvSpPr>
      <dsp:spPr>
        <a:xfrm>
          <a:off x="1018749" y="2207156"/>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Feature engineering</a:t>
          </a:r>
        </a:p>
      </dsp:txBody>
      <dsp:txXfrm>
        <a:off x="1018749" y="2207156"/>
        <a:ext cx="5795369" cy="882034"/>
      </dsp:txXfrm>
    </dsp:sp>
    <dsp:sp modelId="{809F7D35-CBEE-4729-992E-758B27FD4650}">
      <dsp:nvSpPr>
        <dsp:cNvPr id="0" name=""/>
        <dsp:cNvSpPr/>
      </dsp:nvSpPr>
      <dsp:spPr>
        <a:xfrm>
          <a:off x="0" y="330969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4FE75-B360-4176-8AA4-262454757DC0}">
      <dsp:nvSpPr>
        <dsp:cNvPr id="0" name=""/>
        <dsp:cNvSpPr/>
      </dsp:nvSpPr>
      <dsp:spPr>
        <a:xfrm>
          <a:off x="266815" y="3508157"/>
          <a:ext cx="485118" cy="48511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B56EA5-BB2F-47D9-8291-0684F79B8F8F}">
      <dsp:nvSpPr>
        <dsp:cNvPr id="0" name=""/>
        <dsp:cNvSpPr/>
      </dsp:nvSpPr>
      <dsp:spPr>
        <a:xfrm>
          <a:off x="1018749" y="330969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Modelling methodology</a:t>
          </a:r>
        </a:p>
      </dsp:txBody>
      <dsp:txXfrm>
        <a:off x="1018749" y="3309699"/>
        <a:ext cx="5795369" cy="882034"/>
      </dsp:txXfrm>
    </dsp:sp>
    <dsp:sp modelId="{D209269A-583E-47AE-8F24-66289C46D687}">
      <dsp:nvSpPr>
        <dsp:cNvPr id="0" name=""/>
        <dsp:cNvSpPr/>
      </dsp:nvSpPr>
      <dsp:spPr>
        <a:xfrm>
          <a:off x="0" y="4412242"/>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4399B-580D-49B6-8901-47246E489D06}">
      <dsp:nvSpPr>
        <dsp:cNvPr id="0" name=""/>
        <dsp:cNvSpPr/>
      </dsp:nvSpPr>
      <dsp:spPr>
        <a:xfrm>
          <a:off x="266815" y="4610700"/>
          <a:ext cx="485118" cy="48511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32361-25B6-4329-A259-D44B751465D7}">
      <dsp:nvSpPr>
        <dsp:cNvPr id="0" name=""/>
        <dsp:cNvSpPr/>
      </dsp:nvSpPr>
      <dsp:spPr>
        <a:xfrm>
          <a:off x="1018749" y="4412242"/>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Ensemble strategy</a:t>
          </a:r>
        </a:p>
      </dsp:txBody>
      <dsp:txXfrm>
        <a:off x="1018749" y="4412242"/>
        <a:ext cx="5795369" cy="882034"/>
      </dsp:txXfrm>
    </dsp:sp>
    <dsp:sp modelId="{8F2CB195-D858-4539-8963-103665B87CBB}">
      <dsp:nvSpPr>
        <dsp:cNvPr id="0" name=""/>
        <dsp:cNvSpPr/>
      </dsp:nvSpPr>
      <dsp:spPr>
        <a:xfrm>
          <a:off x="0" y="5514785"/>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B7EF4-4D0A-4218-BBD4-227E0FCBEB37}">
      <dsp:nvSpPr>
        <dsp:cNvPr id="0" name=""/>
        <dsp:cNvSpPr/>
      </dsp:nvSpPr>
      <dsp:spPr>
        <a:xfrm>
          <a:off x="266815" y="5713243"/>
          <a:ext cx="485118" cy="48511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3066E-79EB-4CBF-B3A3-406C75327730}">
      <dsp:nvSpPr>
        <dsp:cNvPr id="0" name=""/>
        <dsp:cNvSpPr/>
      </dsp:nvSpPr>
      <dsp:spPr>
        <a:xfrm>
          <a:off x="1018749" y="5514785"/>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a:t>Conclusion</a:t>
          </a:r>
        </a:p>
      </dsp:txBody>
      <dsp:txXfrm>
        <a:off x="1018749" y="5514785"/>
        <a:ext cx="5795369" cy="8820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90646-89C2-4893-B970-2378C9A89853}">
      <dsp:nvSpPr>
        <dsp:cNvPr id="0" name=""/>
        <dsp:cNvSpPr/>
      </dsp:nvSpPr>
      <dsp:spPr>
        <a:xfrm>
          <a:off x="0" y="206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29764F-61D5-4F4F-9355-F41F846D8CDC}">
      <dsp:nvSpPr>
        <dsp:cNvPr id="0" name=""/>
        <dsp:cNvSpPr/>
      </dsp:nvSpPr>
      <dsp:spPr>
        <a:xfrm>
          <a:off x="266815" y="200527"/>
          <a:ext cx="485118" cy="4851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EE6B36-981A-4508-A2B7-7F656DE0104A}">
      <dsp:nvSpPr>
        <dsp:cNvPr id="0" name=""/>
        <dsp:cNvSpPr/>
      </dsp:nvSpPr>
      <dsp:spPr>
        <a:xfrm>
          <a:off x="1018749" y="206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Brief on Challenge – as I understood it</a:t>
          </a:r>
        </a:p>
      </dsp:txBody>
      <dsp:txXfrm>
        <a:off x="1018749" y="2069"/>
        <a:ext cx="5795369" cy="882034"/>
      </dsp:txXfrm>
    </dsp:sp>
    <dsp:sp modelId="{F20A6DF6-C7D3-4AC9-9FF2-9E40E1B71308}">
      <dsp:nvSpPr>
        <dsp:cNvPr id="0" name=""/>
        <dsp:cNvSpPr/>
      </dsp:nvSpPr>
      <dsp:spPr>
        <a:xfrm>
          <a:off x="0" y="1104613"/>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A0393D-575C-4ED8-96BD-A57A5FE6A102}">
      <dsp:nvSpPr>
        <dsp:cNvPr id="0" name=""/>
        <dsp:cNvSpPr/>
      </dsp:nvSpPr>
      <dsp:spPr>
        <a:xfrm>
          <a:off x="266815" y="1303070"/>
          <a:ext cx="485118" cy="4851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64AD20-2D52-4240-892E-7EAA804CD00A}">
      <dsp:nvSpPr>
        <dsp:cNvPr id="0" name=""/>
        <dsp:cNvSpPr/>
      </dsp:nvSpPr>
      <dsp:spPr>
        <a:xfrm>
          <a:off x="1018749" y="1104613"/>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Data preparation</a:t>
          </a:r>
        </a:p>
      </dsp:txBody>
      <dsp:txXfrm>
        <a:off x="1018749" y="1104613"/>
        <a:ext cx="5795369" cy="882034"/>
      </dsp:txXfrm>
    </dsp:sp>
    <dsp:sp modelId="{BD7295EA-6774-4C78-B0AA-691DEDA92C80}">
      <dsp:nvSpPr>
        <dsp:cNvPr id="0" name=""/>
        <dsp:cNvSpPr/>
      </dsp:nvSpPr>
      <dsp:spPr>
        <a:xfrm>
          <a:off x="0" y="2207156"/>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C80952-0B14-46D7-A34D-D27384155AC7}">
      <dsp:nvSpPr>
        <dsp:cNvPr id="0" name=""/>
        <dsp:cNvSpPr/>
      </dsp:nvSpPr>
      <dsp:spPr>
        <a:xfrm>
          <a:off x="266815" y="2405613"/>
          <a:ext cx="485118" cy="4851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133055-FC9C-45E8-A7C9-E48243046BD6}">
      <dsp:nvSpPr>
        <dsp:cNvPr id="0" name=""/>
        <dsp:cNvSpPr/>
      </dsp:nvSpPr>
      <dsp:spPr>
        <a:xfrm>
          <a:off x="1018749" y="2207156"/>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Feature engineering</a:t>
          </a:r>
        </a:p>
      </dsp:txBody>
      <dsp:txXfrm>
        <a:off x="1018749" y="2207156"/>
        <a:ext cx="5795369" cy="882034"/>
      </dsp:txXfrm>
    </dsp:sp>
    <dsp:sp modelId="{809F7D35-CBEE-4729-992E-758B27FD4650}">
      <dsp:nvSpPr>
        <dsp:cNvPr id="0" name=""/>
        <dsp:cNvSpPr/>
      </dsp:nvSpPr>
      <dsp:spPr>
        <a:xfrm>
          <a:off x="0" y="3309699"/>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4FE75-B360-4176-8AA4-262454757DC0}">
      <dsp:nvSpPr>
        <dsp:cNvPr id="0" name=""/>
        <dsp:cNvSpPr/>
      </dsp:nvSpPr>
      <dsp:spPr>
        <a:xfrm>
          <a:off x="266815" y="3508157"/>
          <a:ext cx="485118" cy="48511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B56EA5-BB2F-47D9-8291-0684F79B8F8F}">
      <dsp:nvSpPr>
        <dsp:cNvPr id="0" name=""/>
        <dsp:cNvSpPr/>
      </dsp:nvSpPr>
      <dsp:spPr>
        <a:xfrm>
          <a:off x="1018749" y="3309699"/>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Modelling methodology</a:t>
          </a:r>
        </a:p>
      </dsp:txBody>
      <dsp:txXfrm>
        <a:off x="1018749" y="3309699"/>
        <a:ext cx="5795369" cy="882034"/>
      </dsp:txXfrm>
    </dsp:sp>
    <dsp:sp modelId="{D209269A-583E-47AE-8F24-66289C46D687}">
      <dsp:nvSpPr>
        <dsp:cNvPr id="0" name=""/>
        <dsp:cNvSpPr/>
      </dsp:nvSpPr>
      <dsp:spPr>
        <a:xfrm>
          <a:off x="0" y="4412242"/>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44399B-580D-49B6-8901-47246E489D06}">
      <dsp:nvSpPr>
        <dsp:cNvPr id="0" name=""/>
        <dsp:cNvSpPr/>
      </dsp:nvSpPr>
      <dsp:spPr>
        <a:xfrm>
          <a:off x="266815" y="4610700"/>
          <a:ext cx="485118" cy="48511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932361-25B6-4329-A259-D44B751465D7}">
      <dsp:nvSpPr>
        <dsp:cNvPr id="0" name=""/>
        <dsp:cNvSpPr/>
      </dsp:nvSpPr>
      <dsp:spPr>
        <a:xfrm>
          <a:off x="1018749" y="4412242"/>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Ensemble strategy</a:t>
          </a:r>
        </a:p>
      </dsp:txBody>
      <dsp:txXfrm>
        <a:off x="1018749" y="4412242"/>
        <a:ext cx="5795369" cy="882034"/>
      </dsp:txXfrm>
    </dsp:sp>
    <dsp:sp modelId="{8F2CB195-D858-4539-8963-103665B87CBB}">
      <dsp:nvSpPr>
        <dsp:cNvPr id="0" name=""/>
        <dsp:cNvSpPr/>
      </dsp:nvSpPr>
      <dsp:spPr>
        <a:xfrm>
          <a:off x="0" y="5514785"/>
          <a:ext cx="6814119" cy="88203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5B7EF4-4D0A-4218-BBD4-227E0FCBEB37}">
      <dsp:nvSpPr>
        <dsp:cNvPr id="0" name=""/>
        <dsp:cNvSpPr/>
      </dsp:nvSpPr>
      <dsp:spPr>
        <a:xfrm>
          <a:off x="266815" y="5713243"/>
          <a:ext cx="485118" cy="48511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43066E-79EB-4CBF-B3A3-406C75327730}">
      <dsp:nvSpPr>
        <dsp:cNvPr id="0" name=""/>
        <dsp:cNvSpPr/>
      </dsp:nvSpPr>
      <dsp:spPr>
        <a:xfrm>
          <a:off x="1018749" y="5514785"/>
          <a:ext cx="5795369" cy="882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49" tIns="93349" rIns="93349" bIns="93349" numCol="1" spcCol="1270" anchor="ctr" anchorCtr="0">
          <a:noAutofit/>
        </a:bodyPr>
        <a:lstStyle/>
        <a:p>
          <a:pPr marL="0" lvl="0" indent="0" algn="l" defTabSz="1066800">
            <a:lnSpc>
              <a:spcPct val="100000"/>
            </a:lnSpc>
            <a:spcBef>
              <a:spcPct val="0"/>
            </a:spcBef>
            <a:spcAft>
              <a:spcPct val="35000"/>
            </a:spcAft>
            <a:buNone/>
          </a:pPr>
          <a:r>
            <a:rPr lang="en-US" sz="2400" kern="1200" dirty="0">
              <a:solidFill>
                <a:srgbClr val="C00000"/>
              </a:solidFill>
            </a:rPr>
            <a:t>Conclusion</a:t>
          </a:r>
        </a:p>
      </dsp:txBody>
      <dsp:txXfrm>
        <a:off x="1018749" y="5514785"/>
        <a:ext cx="5795369" cy="8820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6EFB5-466C-DC40-9A0A-D0D73A70B496}">
      <dsp:nvSpPr>
        <dsp:cNvPr id="0" name=""/>
        <dsp:cNvSpPr/>
      </dsp:nvSpPr>
      <dsp:spPr>
        <a:xfrm>
          <a:off x="1747800" y="131770"/>
          <a:ext cx="1944000" cy="1944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7E5DBF-81CE-FE4C-B15F-A7D454B04B4A}">
      <dsp:nvSpPr>
        <dsp:cNvPr id="0" name=""/>
        <dsp:cNvSpPr/>
      </dsp:nvSpPr>
      <dsp:spPr>
        <a:xfrm>
          <a:off x="559800" y="2863657"/>
          <a:ext cx="4320000" cy="25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IN" sz="3200" b="0" i="0" u="none" kern="1200" dirty="0"/>
            <a:t>By constraining the problem with time, structure, and evidence, the model is forced to generalize.</a:t>
          </a:r>
          <a:endParaRPr lang="en-US" sz="3200" kern="1200" dirty="0"/>
        </a:p>
      </dsp:txBody>
      <dsp:txXfrm>
        <a:off x="559800" y="2863657"/>
        <a:ext cx="4320000" cy="2520000"/>
      </dsp:txXfrm>
    </dsp:sp>
    <dsp:sp modelId="{6D69B8E1-65F8-46DD-A83D-57A3B0E980CF}">
      <dsp:nvSpPr>
        <dsp:cNvPr id="0" name=""/>
        <dsp:cNvSpPr/>
      </dsp:nvSpPr>
      <dsp:spPr>
        <a:xfrm>
          <a:off x="6823800" y="131770"/>
          <a:ext cx="1944000" cy="1944000"/>
        </a:xfrm>
        <a:prstGeom prst="rect">
          <a:avLst/>
        </a:prstGeom>
        <a:blipFill>
          <a:blip xmlns:r="http://schemas.openxmlformats.org/officeDocument/2006/relationships" r:embed="rId3"/>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20C800-087A-4E10-9AFE-29FA597549A7}">
      <dsp:nvSpPr>
        <dsp:cNvPr id="0" name=""/>
        <dsp:cNvSpPr/>
      </dsp:nvSpPr>
      <dsp:spPr>
        <a:xfrm>
          <a:off x="5635800" y="2863657"/>
          <a:ext cx="4320000" cy="25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kern="1200" dirty="0"/>
            <a:t>Code accessible at this </a:t>
          </a:r>
          <a:r>
            <a:rPr lang="en-US" sz="3200" kern="1200" dirty="0" err="1"/>
            <a:t>github</a:t>
          </a:r>
          <a:r>
            <a:rPr lang="en-US" sz="3200" kern="1200" dirty="0"/>
            <a:t> link/QR</a:t>
          </a:r>
          <a:r>
            <a:rPr lang="en-US" sz="2800" kern="1200" dirty="0"/>
            <a:t>: </a:t>
          </a:r>
          <a:r>
            <a:rPr lang="en-GB" sz="2000" b="0" i="0" kern="1200" dirty="0">
              <a:hlinkClick xmlns:r="http://schemas.openxmlformats.org/officeDocument/2006/relationships" r:id="rId4"/>
            </a:rPr>
            <a:t>https://tinyurl.com/ai4trade</a:t>
          </a:r>
          <a:endParaRPr lang="en-US" sz="2000" kern="1200" dirty="0"/>
        </a:p>
      </dsp:txBody>
      <dsp:txXfrm>
        <a:off x="5635800" y="2863657"/>
        <a:ext cx="4320000" cy="25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0BC6D-1C05-894A-AB93-909E38E2A49B}" type="datetimeFigureOut">
              <a:rPr lang="en-US" smtClean="0"/>
              <a:t>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6FAA5-3711-3E42-8F1D-A2294EB05F49}" type="slidenum">
              <a:rPr lang="en-US" smtClean="0"/>
              <a:t>‹#›</a:t>
            </a:fld>
            <a:endParaRPr lang="en-US"/>
          </a:p>
        </p:txBody>
      </p:sp>
    </p:spTree>
    <p:extLst>
      <p:ext uri="{BB962C8B-B14F-4D97-AF65-F5344CB8AC3E}">
        <p14:creationId xmlns:p14="http://schemas.microsoft.com/office/powerpoint/2010/main" val="789875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Originally there were around 20 million rows as provincial level data was provided. However, after aggregation these many remained. </a:t>
            </a:r>
          </a:p>
        </p:txBody>
      </p:sp>
      <p:sp>
        <p:nvSpPr>
          <p:cNvPr id="4" name="Slide Number Placeholder 3"/>
          <p:cNvSpPr>
            <a:spLocks noGrp="1"/>
          </p:cNvSpPr>
          <p:nvPr>
            <p:ph type="sldNum" sz="quarter" idx="5"/>
          </p:nvPr>
        </p:nvSpPr>
        <p:spPr/>
        <p:txBody>
          <a:bodyPr/>
          <a:lstStyle/>
          <a:p>
            <a:fld id="{8606FAA5-3711-3E42-8F1D-A2294EB05F49}" type="slidenum">
              <a:rPr lang="en-US" smtClean="0"/>
              <a:t>8</a:t>
            </a:fld>
            <a:endParaRPr lang="en-US"/>
          </a:p>
        </p:txBody>
      </p:sp>
    </p:spTree>
    <p:extLst>
      <p:ext uri="{BB962C8B-B14F-4D97-AF65-F5344CB8AC3E}">
        <p14:creationId xmlns:p14="http://schemas.microsoft.com/office/powerpoint/2010/main" val="3427918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Country + Flow – 4 Sets of data were created  </a:t>
            </a:r>
            <a:r>
              <a:rPr lang="en-US" dirty="0" err="1">
                <a:latin typeface="Calibri"/>
                <a:ea typeface="Calibri"/>
                <a:cs typeface="Calibri"/>
              </a:rPr>
              <a:t>alongwit</a:t>
            </a:r>
            <a:r>
              <a:rPr lang="en-US" dirty="0">
                <a:latin typeface="Calibri"/>
                <a:ea typeface="Calibri"/>
                <a:cs typeface="Calibri"/>
              </a:rPr>
              <a:t> hthe partners</a:t>
            </a:r>
          </a:p>
        </p:txBody>
      </p:sp>
      <p:sp>
        <p:nvSpPr>
          <p:cNvPr id="4" name="Slide Number Placeholder 3"/>
          <p:cNvSpPr>
            <a:spLocks noGrp="1"/>
          </p:cNvSpPr>
          <p:nvPr>
            <p:ph type="sldNum" sz="quarter" idx="5"/>
          </p:nvPr>
        </p:nvSpPr>
        <p:spPr/>
        <p:txBody>
          <a:bodyPr/>
          <a:lstStyle/>
          <a:p>
            <a:fld id="{8606FAA5-3711-3E42-8F1D-A2294EB05F49}" type="slidenum">
              <a:rPr lang="en-US" smtClean="0"/>
              <a:t>9</a:t>
            </a:fld>
            <a:endParaRPr lang="en-US"/>
          </a:p>
        </p:txBody>
      </p:sp>
    </p:spTree>
    <p:extLst>
      <p:ext uri="{BB962C8B-B14F-4D97-AF65-F5344CB8AC3E}">
        <p14:creationId xmlns:p14="http://schemas.microsoft.com/office/powerpoint/2010/main" val="3208747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Breiman’s</a:t>
            </a:r>
            <a:r>
              <a:rPr lang="en-US" dirty="0"/>
              <a:t> insight was that you don’t need perfect features, you need enough weak ones that are honest. Modern language models show the same thing: even imperfect signals, when structured and constrained, can generalize well. That’s why I resisted adding every macro variable, and instead focused on a small, robust feature set that is always available and temporally valid.</a:t>
            </a:r>
          </a:p>
          <a:p>
            <a:r>
              <a:rPr lang="en-US" dirty="0"/>
              <a:t>Once you accept that, feature engineering becomes an exercise in discipline, not imagination.</a:t>
            </a:r>
          </a:p>
        </p:txBody>
      </p:sp>
      <p:sp>
        <p:nvSpPr>
          <p:cNvPr id="4" name="Slide Number Placeholder 3"/>
          <p:cNvSpPr>
            <a:spLocks noGrp="1"/>
          </p:cNvSpPr>
          <p:nvPr>
            <p:ph type="sldNum" sz="quarter" idx="5"/>
          </p:nvPr>
        </p:nvSpPr>
        <p:spPr/>
        <p:txBody>
          <a:bodyPr/>
          <a:lstStyle/>
          <a:p>
            <a:fld id="{8606FAA5-3711-3E42-8F1D-A2294EB05F49}" type="slidenum">
              <a:rPr lang="en-US" smtClean="0"/>
              <a:t>12</a:t>
            </a:fld>
            <a:endParaRPr lang="en-US"/>
          </a:p>
        </p:txBody>
      </p:sp>
    </p:spTree>
    <p:extLst>
      <p:ext uri="{BB962C8B-B14F-4D97-AF65-F5344CB8AC3E}">
        <p14:creationId xmlns:p14="http://schemas.microsoft.com/office/powerpoint/2010/main" val="1940066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defRPr/>
            </a:pPr>
            <a:r>
              <a:rPr lang="en-US" dirty="0"/>
              <a:t>Once I accepted that I don’t need perfect features, the problem became one of discipline. Every feature I used had to pass four filters: it had to be economically interpretable, strictly lag-safe, robust to sparsity and zeros, and aware of segment and forecast horizon. If a feature violated even one of these, it was dropped. This kept the feature space small, defensible, and — most importantly — honest with respect to time.</a:t>
            </a:r>
          </a:p>
          <a:p>
            <a:pPr>
              <a:defRPr/>
            </a:pPr>
            <a:r>
              <a:rPr lang="en-US" dirty="0"/>
              <a:t>From there, features naturally fell into a few buckets — calendar effects, memory through lags, trend and volatility, cross-flow signals, macro drift, and activity indicators — each capturing a different aspect of how trade actually behaves. </a:t>
            </a:r>
            <a:endParaRPr lang="en-IN" dirty="0"/>
          </a:p>
          <a:p>
            <a:pPr>
              <a:defRPr/>
            </a:pPr>
            <a:endParaRPr lang="en-US" dirty="0"/>
          </a:p>
          <a:p>
            <a:pPr marL="0" marR="0" lvl="0" indent="0" algn="l" defTabSz="914400">
              <a:lnSpc>
                <a:spcPct val="100000"/>
              </a:lnSpc>
              <a:spcBef>
                <a:spcPts val="0"/>
              </a:spcBef>
              <a:spcAft>
                <a:spcPts val="0"/>
              </a:spcAft>
              <a:buClrTx/>
              <a:buSzTx/>
              <a:buFontTx/>
              <a:buNone/>
              <a:tabLst/>
              <a:defRPr/>
            </a:pPr>
            <a:r>
              <a:rPr lang="en-US" dirty="0"/>
              <a:t>Lags capture contract stickiness and production‑to‑shipment latency.</a:t>
            </a:r>
            <a:br>
              <a:rPr lang="en-US" dirty="0">
                <a:cs typeface="+mn-lt"/>
              </a:rPr>
            </a:br>
            <a:r>
              <a:rPr lang="en-US" dirty="0"/>
              <a:t>• Moving averages/volatility encode inventory smoothing and order batching.</a:t>
            </a:r>
            <a:br>
              <a:rPr lang="en-US" dirty="0">
                <a:cs typeface="+mn-lt"/>
              </a:rPr>
            </a:br>
            <a:r>
              <a:rPr lang="en-US" dirty="0"/>
              <a:t>• Cross‑flow features connect exports–imports through input–output ties and re‑export chains.</a:t>
            </a:r>
            <a:br>
              <a:rPr lang="en-US" dirty="0">
                <a:cs typeface="+mn-lt"/>
              </a:rPr>
            </a:br>
            <a:r>
              <a:rPr lang="en-US" dirty="0"/>
              <a:t>• Macro &amp; supply‑chain (GSCPI/CLI) inject global conditions and turning points without leaking future info.</a:t>
            </a:r>
            <a:br>
              <a:rPr lang="en-US" dirty="0">
                <a:cs typeface="+mn-lt"/>
              </a:rPr>
            </a:br>
            <a:r>
              <a:rPr lang="en-US" dirty="0"/>
              <a:t>• Activity flags model entry/exit at the extensive margin, common in granular HS lines.</a:t>
            </a:r>
            <a:endParaRPr lang="en-IN"/>
          </a:p>
          <a:p>
            <a:endParaRPr lang="en-US" dirty="0"/>
          </a:p>
        </p:txBody>
      </p:sp>
      <p:sp>
        <p:nvSpPr>
          <p:cNvPr id="4" name="Slide Number Placeholder 3"/>
          <p:cNvSpPr>
            <a:spLocks noGrp="1"/>
          </p:cNvSpPr>
          <p:nvPr>
            <p:ph type="sldNum" sz="quarter" idx="5"/>
          </p:nvPr>
        </p:nvSpPr>
        <p:spPr/>
        <p:txBody>
          <a:bodyPr/>
          <a:lstStyle/>
          <a:p>
            <a:fld id="{8606FAA5-3711-3E42-8F1D-A2294EB05F49}" type="slidenum">
              <a:rPr lang="en-US" smtClean="0"/>
              <a:t>13</a:t>
            </a:fld>
            <a:endParaRPr lang="en-US"/>
          </a:p>
        </p:txBody>
      </p:sp>
    </p:spTree>
    <p:extLst>
      <p:ext uri="{BB962C8B-B14F-4D97-AF65-F5344CB8AC3E}">
        <p14:creationId xmlns:p14="http://schemas.microsoft.com/office/powerpoint/2010/main" val="1987685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This problem is fundamentally about forecasting under asymmetric data availability. For China and the USA, the last observed month is different, which immediately fixes the forecast horizon — two months ahead for China and three for the USA. </a:t>
            </a:r>
            <a:r>
              <a:rPr lang="en-IN" b="0" i="0" u="none" strike="noStrike" kern="1200" dirty="0">
                <a:effectLst/>
              </a:rPr>
              <a:t>Once </a:t>
            </a:r>
            <a:r>
              <a:rPr lang="en-IN" dirty="0"/>
              <a:t>those horizons </a:t>
            </a:r>
            <a:r>
              <a:rPr lang="en-IN" b="0" i="0" u="none" strike="noStrike" kern="1200" dirty="0">
                <a:effectLst/>
              </a:rPr>
              <a:t>are fixed, the </a:t>
            </a:r>
            <a:r>
              <a:rPr lang="en-IN" dirty="0"/>
              <a:t>task becomes predicting future values using only information that would have been available at the </a:t>
            </a:r>
            <a:r>
              <a:rPr lang="en-IN" b="0" i="0" u="none" strike="noStrike" kern="1200" dirty="0">
                <a:effectLst/>
              </a:rPr>
              <a:t>time. </a:t>
            </a:r>
            <a:r>
              <a:rPr lang="en-IN" dirty="0"/>
              <a:t>So I </a:t>
            </a:r>
            <a:r>
              <a:rPr lang="en-IN" dirty="0" err="1"/>
              <a:t>modeled</a:t>
            </a:r>
            <a:r>
              <a:rPr lang="en-IN" dirty="0"/>
              <a:t> </a:t>
            </a:r>
            <a:r>
              <a:rPr lang="en-IN" b="0" i="0" u="none" strike="noStrike" kern="1200" dirty="0">
                <a:effectLst/>
              </a:rPr>
              <a:t>this</a:t>
            </a:r>
            <a:r>
              <a:rPr lang="en-IN" dirty="0"/>
              <a:t> as a direct multi-step forecasting problem, not a one-step regression, and every design choice — feature construction, validation windows, and </a:t>
            </a:r>
            <a:r>
              <a:rPr lang="en-IN" dirty="0" err="1"/>
              <a:t>ensembling</a:t>
            </a:r>
            <a:r>
              <a:rPr lang="en-IN" dirty="0"/>
              <a:t> — was made to respect that time structure</a:t>
            </a:r>
            <a:r>
              <a:rPr lang="en-IN" b="0" i="0" u="none" strike="noStrike" kern="1200" dirty="0">
                <a:effectLst/>
              </a:rPr>
              <a:t>.</a:t>
            </a:r>
            <a:endParaRPr lang="en-US" dirty="0"/>
          </a:p>
          <a:p>
            <a:endParaRPr lang="en-IN" sz="1200" b="0" i="0" u="none" strike="noStrike" kern="1200" dirty="0">
              <a:solidFill>
                <a:schemeClr val="tx1"/>
              </a:solidFill>
              <a:effectLst/>
              <a:latin typeface="+mn-lt"/>
            </a:endParaRPr>
          </a:p>
          <a:p>
            <a:r>
              <a:rPr lang="en-IN" dirty="0"/>
              <a:t>Recursive forecasting teaches the model from its own guesses; direct forecasting forces it to learn from data.</a:t>
            </a:r>
          </a:p>
          <a:p>
            <a:endParaRPr lang="en-IN" dirty="0"/>
          </a:p>
          <a:p>
            <a:r>
              <a:rPr lang="en-IN" sz="1200" b="0" i="0" u="none" strike="noStrike" kern="1200" dirty="0">
                <a:solidFill>
                  <a:schemeClr val="tx1"/>
                </a:solidFill>
                <a:effectLst/>
                <a:latin typeface="+mn-lt"/>
                <a:ea typeface="+mn-ea"/>
                <a:cs typeface="+mn-cs"/>
              </a:rPr>
              <a:t>Rows corresponding to the October 2025 forecast context (t = Oct − h) are held out entirely from training and validation, and are used only for generating the final forecast.</a:t>
            </a:r>
            <a:endParaRPr lang="en-US" dirty="0"/>
          </a:p>
        </p:txBody>
      </p:sp>
      <p:sp>
        <p:nvSpPr>
          <p:cNvPr id="4" name="Slide Number Placeholder 3"/>
          <p:cNvSpPr>
            <a:spLocks noGrp="1"/>
          </p:cNvSpPr>
          <p:nvPr>
            <p:ph type="sldNum" sz="quarter" idx="5"/>
          </p:nvPr>
        </p:nvSpPr>
        <p:spPr/>
        <p:txBody>
          <a:bodyPr/>
          <a:lstStyle/>
          <a:p>
            <a:fld id="{8606FAA5-3711-3E42-8F1D-A2294EB05F49}" type="slidenum">
              <a:rPr lang="en-US" smtClean="0"/>
              <a:t>18</a:t>
            </a:fld>
            <a:endParaRPr lang="en-US"/>
          </a:p>
        </p:txBody>
      </p:sp>
    </p:spTree>
    <p:extLst>
      <p:ext uri="{BB962C8B-B14F-4D97-AF65-F5344CB8AC3E}">
        <p14:creationId xmlns:p14="http://schemas.microsoft.com/office/powerpoint/2010/main" val="2984805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 explored three broad model families: tree-based, neural/global, and classical baselines.”</a:t>
            </a:r>
            <a:endParaRPr lang="en-US" dirty="0"/>
          </a:p>
          <a:p>
            <a:r>
              <a:rPr lang="en-US" i="1"/>
              <a:t>“Several models — including N-HiTS and non-log objectives — were implemented and tested.”</a:t>
            </a:r>
            <a:endParaRPr lang="en-US"/>
          </a:p>
          <a:p>
            <a:r>
              <a:rPr lang="en-US" i="1"/>
              <a:t>“However, under the competition metric, many of them either failed to beat the naïve baseline consistently or were unstable after HS-4 aggregation.”</a:t>
            </a:r>
            <a:endParaRPr lang="en-US"/>
          </a:p>
          <a:p>
            <a:r>
              <a:rPr lang="en-US" i="1"/>
              <a:t>“Only models that survived this empirical filter were retained in the final ensemble.”</a:t>
            </a:r>
            <a:endParaRPr lang="en-US"/>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8606FAA5-3711-3E42-8F1D-A2294EB05F49}" type="slidenum">
              <a:rPr lang="en-US" smtClean="0"/>
              <a:t>19</a:t>
            </a:fld>
            <a:endParaRPr lang="en-US"/>
          </a:p>
        </p:txBody>
      </p:sp>
    </p:spTree>
    <p:extLst>
      <p:ext uri="{BB962C8B-B14F-4D97-AF65-F5344CB8AC3E}">
        <p14:creationId xmlns:p14="http://schemas.microsoft.com/office/powerpoint/2010/main" val="4195424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sz="1200" b="0" i="0" u="none" strike="noStrike" kern="1200" dirty="0">
                <a:solidFill>
                  <a:schemeClr val="tx1"/>
                </a:solidFill>
                <a:effectLst/>
                <a:latin typeface="+mn-lt"/>
                <a:ea typeface="+mn-ea"/>
                <a:cs typeface="+mn-cs"/>
              </a:rPr>
              <a:t>Log-1p stabilizes scale by compressing extreme values, which improves learning on mid-range and stable trade lines that Tweedie can under-emphasize. </a:t>
            </a:r>
          </a:p>
          <a:p>
            <a:r>
              <a:rPr lang="en-IN" sz="1200" b="0" i="0" u="none" strike="noStrike" kern="1200" dirty="0">
                <a:solidFill>
                  <a:schemeClr val="tx1"/>
                </a:solidFill>
                <a:effectLst/>
                <a:latin typeface="+mn-lt"/>
                <a:ea typeface="+mn-ea"/>
                <a:cs typeface="+mn-cs"/>
              </a:rPr>
              <a:t>Tweedie is built for sparse, highly unequal data — which is why it fits trade flows better than standard regression.</a:t>
            </a:r>
          </a:p>
          <a:p>
            <a:r>
              <a:rPr lang="en-IN" sz="1200" b="0" i="0" u="none" strike="noStrike" kern="1200" dirty="0">
                <a:solidFill>
                  <a:schemeClr val="tx1"/>
                </a:solidFill>
                <a:effectLst/>
                <a:latin typeface="+mn-lt"/>
                <a:ea typeface="+mn-ea"/>
                <a:cs typeface="+mn-cs"/>
              </a:rPr>
              <a:t>Log works well once trade exists, but it doesn’t naturally model the decision between zero and non-zero trade. Tweedie does both in one framework, which matters a lot at this level of product detail.</a:t>
            </a:r>
          </a:p>
          <a:p>
            <a:r>
              <a:rPr lang="en-IN" sz="1200" b="0" i="0" u="none" strike="noStrike" kern="1200" dirty="0">
                <a:solidFill>
                  <a:schemeClr val="tx1"/>
                </a:solidFill>
                <a:effectLst/>
                <a:latin typeface="+mn-lt"/>
                <a:ea typeface="+mn-ea"/>
                <a:cs typeface="+mn-cs"/>
              </a:rPr>
              <a:t>Our </a:t>
            </a:r>
            <a:r>
              <a:rPr lang="en-IN" sz="1200" b="0" i="0" u="none" strike="noStrike" kern="1200" dirty="0" err="1">
                <a:solidFill>
                  <a:schemeClr val="tx1"/>
                </a:solidFill>
                <a:effectLst/>
                <a:latin typeface="+mn-lt"/>
                <a:ea typeface="+mn-ea"/>
                <a:cs typeface="+mn-cs"/>
              </a:rPr>
              <a:t>LightGBM</a:t>
            </a:r>
            <a:r>
              <a:rPr lang="en-IN" sz="1200" b="0" i="0" u="none" strike="noStrike" kern="1200" dirty="0">
                <a:solidFill>
                  <a:schemeClr val="tx1"/>
                </a:solidFill>
                <a:effectLst/>
                <a:latin typeface="+mn-lt"/>
                <a:ea typeface="+mn-ea"/>
                <a:cs typeface="+mn-cs"/>
              </a:rPr>
              <a:t> model is trained on log-transformed trade values with an RMSE loss, so it provides a stable, variance-controlled complement to the Tweedie and </a:t>
            </a:r>
            <a:r>
              <a:rPr lang="en-IN" sz="1200" b="0" i="0" u="none" strike="noStrike" kern="1200" dirty="0" err="1">
                <a:solidFill>
                  <a:schemeClr val="tx1"/>
                </a:solidFill>
                <a:effectLst/>
                <a:latin typeface="+mn-lt"/>
                <a:ea typeface="+mn-ea"/>
                <a:cs typeface="+mn-cs"/>
              </a:rPr>
              <a:t>XGBoost</a:t>
            </a:r>
            <a:r>
              <a:rPr lang="en-IN" sz="1200" b="0" i="0" u="none" strike="noStrike" kern="1200" dirty="0">
                <a:solidFill>
                  <a:schemeClr val="tx1"/>
                </a:solidFill>
                <a:effectLst/>
                <a:latin typeface="+mn-lt"/>
                <a:ea typeface="+mn-ea"/>
                <a:cs typeface="+mn-cs"/>
              </a:rPr>
              <a:t> models.</a:t>
            </a:r>
          </a:p>
          <a:p>
            <a:r>
              <a:rPr lang="en-IN" b="1" dirty="0"/>
              <a:t>All log-scaled models</a:t>
            </a:r>
            <a:r>
              <a:rPr lang="en-IN" dirty="0"/>
              <a:t> beat RMSE dramatically ( ≈ 65–70 % lower error ).</a:t>
            </a:r>
          </a:p>
          <a:p>
            <a:r>
              <a:rPr lang="en-IN" b="1" dirty="0"/>
              <a:t>Tweedie</a:t>
            </a:r>
            <a:r>
              <a:rPr lang="en-IN" dirty="0"/>
              <a:t> behaves as expected — slightly higher </a:t>
            </a:r>
            <a:r>
              <a:rPr lang="en-IN" dirty="0" err="1"/>
              <a:t>sMAPE</a:t>
            </a:r>
            <a:r>
              <a:rPr lang="en-IN" dirty="0"/>
              <a:t> (~0.49) but better variance </a:t>
            </a:r>
            <a:r>
              <a:rPr lang="en-IN" dirty="0" err="1"/>
              <a:t>modeling</a:t>
            </a:r>
            <a:r>
              <a:rPr lang="en-IN" dirty="0"/>
              <a:t>; it remains a valuable ensemble component.</a:t>
            </a:r>
          </a:p>
          <a:p>
            <a:r>
              <a:rPr lang="en-IN" dirty="0"/>
              <a:t>The </a:t>
            </a:r>
            <a:r>
              <a:rPr lang="en-IN" b="1" dirty="0"/>
              <a:t>LGBM log1p</a:t>
            </a:r>
            <a:r>
              <a:rPr lang="en-IN" dirty="0"/>
              <a:t> and </a:t>
            </a:r>
            <a:r>
              <a:rPr lang="en-IN" b="1" dirty="0"/>
              <a:t>XGB log1p</a:t>
            </a:r>
            <a:r>
              <a:rPr lang="en-IN" dirty="0"/>
              <a:t> pair form the high-performing core; they generalize well and train efficiently.</a:t>
            </a:r>
          </a:p>
          <a:p>
            <a:endParaRPr lang="en-US" dirty="0"/>
          </a:p>
        </p:txBody>
      </p:sp>
      <p:sp>
        <p:nvSpPr>
          <p:cNvPr id="4" name="Slide Number Placeholder 3"/>
          <p:cNvSpPr>
            <a:spLocks noGrp="1"/>
          </p:cNvSpPr>
          <p:nvPr>
            <p:ph type="sldNum" sz="quarter" idx="5"/>
          </p:nvPr>
        </p:nvSpPr>
        <p:spPr/>
        <p:txBody>
          <a:bodyPr/>
          <a:lstStyle/>
          <a:p>
            <a:fld id="{8606FAA5-3711-3E42-8F1D-A2294EB05F49}" type="slidenum">
              <a:rPr lang="en-US" smtClean="0"/>
              <a:t>20</a:t>
            </a:fld>
            <a:endParaRPr lang="en-US"/>
          </a:p>
        </p:txBody>
      </p:sp>
    </p:spTree>
    <p:extLst>
      <p:ext uri="{BB962C8B-B14F-4D97-AF65-F5344CB8AC3E}">
        <p14:creationId xmlns:p14="http://schemas.microsoft.com/office/powerpoint/2010/main" val="2849045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 dynamics are structurally different across countries and flows — China exports do not behave like US imports, even for the same product. Rather than forcing one global model to average these differences away, I trained separate models for each country–flow segment and combined them only at the forecast stage.</a:t>
            </a:r>
          </a:p>
        </p:txBody>
      </p:sp>
      <p:sp>
        <p:nvSpPr>
          <p:cNvPr id="4" name="Slide Number Placeholder 3"/>
          <p:cNvSpPr>
            <a:spLocks noGrp="1"/>
          </p:cNvSpPr>
          <p:nvPr>
            <p:ph type="sldNum" sz="quarter" idx="5"/>
          </p:nvPr>
        </p:nvSpPr>
        <p:spPr/>
        <p:txBody>
          <a:bodyPr/>
          <a:lstStyle/>
          <a:p>
            <a:fld id="{8606FAA5-3711-3E42-8F1D-A2294EB05F49}" type="slidenum">
              <a:rPr lang="en-US" smtClean="0"/>
              <a:t>21</a:t>
            </a:fld>
            <a:endParaRPr lang="en-US"/>
          </a:p>
        </p:txBody>
      </p:sp>
    </p:spTree>
    <p:extLst>
      <p:ext uri="{BB962C8B-B14F-4D97-AF65-F5344CB8AC3E}">
        <p14:creationId xmlns:p14="http://schemas.microsoft.com/office/powerpoint/2010/main" val="148901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data cut-offs are fixed, the forecast horizon and training window are no longer choices — they’re constraints.</a:t>
            </a:r>
          </a:p>
        </p:txBody>
      </p:sp>
      <p:sp>
        <p:nvSpPr>
          <p:cNvPr id="4" name="Slide Number Placeholder 3"/>
          <p:cNvSpPr>
            <a:spLocks noGrp="1"/>
          </p:cNvSpPr>
          <p:nvPr>
            <p:ph type="sldNum" sz="quarter" idx="5"/>
          </p:nvPr>
        </p:nvSpPr>
        <p:spPr/>
        <p:txBody>
          <a:bodyPr/>
          <a:lstStyle/>
          <a:p>
            <a:fld id="{8606FAA5-3711-3E42-8F1D-A2294EB05F49}" type="slidenum">
              <a:rPr lang="en-US" smtClean="0"/>
              <a:t>22</a:t>
            </a:fld>
            <a:endParaRPr lang="en-US"/>
          </a:p>
        </p:txBody>
      </p:sp>
    </p:spTree>
    <p:extLst>
      <p:ext uri="{BB962C8B-B14F-4D97-AF65-F5344CB8AC3E}">
        <p14:creationId xmlns:p14="http://schemas.microsoft.com/office/powerpoint/2010/main" val="2627815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avoid leakage, I used time-ordered, horizon-matched validation. Each fold evaluates the model at the same forecast distance as October 2025, with more weight on later periods.</a:t>
            </a:r>
          </a:p>
        </p:txBody>
      </p:sp>
      <p:sp>
        <p:nvSpPr>
          <p:cNvPr id="4" name="Slide Number Placeholder 3"/>
          <p:cNvSpPr>
            <a:spLocks noGrp="1"/>
          </p:cNvSpPr>
          <p:nvPr>
            <p:ph type="sldNum" sz="quarter" idx="5"/>
          </p:nvPr>
        </p:nvSpPr>
        <p:spPr/>
        <p:txBody>
          <a:bodyPr/>
          <a:lstStyle/>
          <a:p>
            <a:fld id="{8606FAA5-3711-3E42-8F1D-A2294EB05F49}" type="slidenum">
              <a:rPr lang="en-US" smtClean="0"/>
              <a:t>23</a:t>
            </a:fld>
            <a:endParaRPr lang="en-US"/>
          </a:p>
        </p:txBody>
      </p:sp>
    </p:spTree>
    <p:extLst>
      <p:ext uri="{BB962C8B-B14F-4D97-AF65-F5344CB8AC3E}">
        <p14:creationId xmlns:p14="http://schemas.microsoft.com/office/powerpoint/2010/main" val="2937524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the validation folds were constructed for China. Each fold trains on the past, leaves a gap, and validates exactly two months ahead, matching the final forecast horizon. The folds are spaced across time, with later folds weighted more heavily because they resemble the October 2025 setting more closely.</a:t>
            </a:r>
          </a:p>
        </p:txBody>
      </p:sp>
      <p:sp>
        <p:nvSpPr>
          <p:cNvPr id="4" name="Slide Number Placeholder 3"/>
          <p:cNvSpPr>
            <a:spLocks noGrp="1"/>
          </p:cNvSpPr>
          <p:nvPr>
            <p:ph type="sldNum" sz="quarter" idx="5"/>
          </p:nvPr>
        </p:nvSpPr>
        <p:spPr/>
        <p:txBody>
          <a:bodyPr/>
          <a:lstStyle/>
          <a:p>
            <a:fld id="{8606FAA5-3711-3E42-8F1D-A2294EB05F49}" type="slidenum">
              <a:rPr lang="en-US" smtClean="0"/>
              <a:t>24</a:t>
            </a:fld>
            <a:endParaRPr lang="en-US"/>
          </a:p>
        </p:txBody>
      </p:sp>
    </p:spTree>
    <p:extLst>
      <p:ext uri="{BB962C8B-B14F-4D97-AF65-F5344CB8AC3E}">
        <p14:creationId xmlns:p14="http://schemas.microsoft.com/office/powerpoint/2010/main" val="280810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Here I’m showing one representative model to illustrate the outcome. The important point isn’t the individual numbers, but that performance is stable across folds and improves closer to the forecast window. These weighted scores are what feed directly into model selection and ensemble weights.</a:t>
            </a:r>
          </a:p>
          <a:p>
            <a:r>
              <a:rPr lang="en-US"/>
              <a:t>For the model: lgbm_rmse_CHN_export_h2_cv_scores_final</a:t>
            </a:r>
          </a:p>
          <a:p>
            <a:r>
              <a:rPr lang="en-US" i="1" dirty="0"/>
              <a:t>“This table shows cross-validation results for one representative model.”</a:t>
            </a:r>
            <a:endParaRPr lang="en-US" dirty="0"/>
          </a:p>
          <a:p>
            <a:r>
              <a:rPr lang="en-US" i="1" dirty="0"/>
              <a:t>“Each row corresponds to a forward-looking validation fold, where the model is trained on past data and asked to predict a future month at the correct horizon.”</a:t>
            </a:r>
            <a:endParaRPr lang="en-US" dirty="0"/>
          </a:p>
          <a:p>
            <a:r>
              <a:rPr lang="en-US" i="1" dirty="0"/>
              <a:t>“Errors are measured using </a:t>
            </a:r>
            <a:r>
              <a:rPr lang="en-US" i="1" dirty="0" err="1"/>
              <a:t>sMAPE</a:t>
            </a:r>
            <a:r>
              <a:rPr lang="en-US" i="1" dirty="0"/>
              <a:t> after aggregating predictions to HS-4, exactly as in the competition.”</a:t>
            </a:r>
            <a:endParaRPr lang="en-US" dirty="0"/>
          </a:p>
          <a:p>
            <a:r>
              <a:rPr lang="en-US" i="1" dirty="0"/>
              <a:t>“Later folds receive higher weight because they are closer to the final October 2025 forecast and therefore more informative.”</a:t>
            </a:r>
            <a:endParaRPr lang="en-US" dirty="0"/>
          </a:p>
          <a:p>
            <a:r>
              <a:rPr lang="en-US" i="1" dirty="0"/>
              <a:t>“We do not compare individual folds; we use the weighted average to assess the model.”</a:t>
            </a:r>
            <a:endParaRPr lang="en-US" dirty="0"/>
          </a:p>
          <a:p>
            <a:r>
              <a:rPr lang="en-US" dirty="0"/>
              <a:t>“</a:t>
            </a:r>
            <a:r>
              <a:rPr lang="en-US" dirty="0" err="1"/>
              <a:t>sMAPE</a:t>
            </a:r>
            <a:r>
              <a:rPr lang="en-US" dirty="0"/>
              <a:t> by itself doesn’t have a universal ‘good’ or ‘bad’ threshold. What matters is whether it improves on a naïve forecast that assumes trade doesn’t change.”</a:t>
            </a:r>
          </a:p>
        </p:txBody>
      </p:sp>
      <p:sp>
        <p:nvSpPr>
          <p:cNvPr id="4" name="Slide Number Placeholder 3"/>
          <p:cNvSpPr>
            <a:spLocks noGrp="1"/>
          </p:cNvSpPr>
          <p:nvPr>
            <p:ph type="sldNum" sz="quarter" idx="5"/>
          </p:nvPr>
        </p:nvSpPr>
        <p:spPr/>
        <p:txBody>
          <a:bodyPr/>
          <a:lstStyle/>
          <a:p>
            <a:fld id="{8606FAA5-3711-3E42-8F1D-A2294EB05F49}" type="slidenum">
              <a:rPr lang="en-US" smtClean="0"/>
              <a:t>25</a:t>
            </a:fld>
            <a:endParaRPr lang="en-US"/>
          </a:p>
        </p:txBody>
      </p:sp>
    </p:spTree>
    <p:extLst>
      <p:ext uri="{BB962C8B-B14F-4D97-AF65-F5344CB8AC3E}">
        <p14:creationId xmlns:p14="http://schemas.microsoft.com/office/powerpoint/2010/main" val="794943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Blending spreads model risk. Different models fail in different ways, and validation-driven weights decide how much each one contributes.</a:t>
            </a:r>
            <a:endParaRPr lang="en-US" dirty="0"/>
          </a:p>
          <a:p>
            <a:endParaRPr lang="en-IN" i="1" dirty="0"/>
          </a:p>
          <a:p>
            <a:r>
              <a:rPr lang="en-IN" sz="1200" b="0" i="1" kern="1200" dirty="0">
                <a:solidFill>
                  <a:schemeClr val="tx1"/>
                </a:solidFill>
                <a:effectLst/>
                <a:latin typeface="+mn-lt"/>
                <a:ea typeface="+mn-ea"/>
                <a:cs typeface="+mn-cs"/>
              </a:rPr>
              <a:t>“Once we have twelve specialized model forecasts, the question becomes how to combine them responsibly.”</a:t>
            </a:r>
            <a:endParaRPr lang="en-IN" sz="1200" b="0" i="0" kern="1200" dirty="0">
              <a:solidFill>
                <a:schemeClr val="tx1"/>
              </a:solidFill>
              <a:effectLst/>
              <a:latin typeface="+mn-lt"/>
            </a:endParaRPr>
          </a:p>
          <a:p>
            <a:r>
              <a:rPr lang="en-IN" sz="1200" b="0" i="1" kern="1200" dirty="0">
                <a:solidFill>
                  <a:schemeClr val="tx1"/>
                </a:solidFill>
                <a:effectLst/>
                <a:latin typeface="+mn-lt"/>
                <a:ea typeface="+mn-ea"/>
                <a:cs typeface="+mn-cs"/>
              </a:rPr>
              <a:t>“We use time-based cross-validation to evaluate each model exactly under the same conditions as the final forecasting task.”</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“Based on this validation performance, we assign higher weights to models that consistently perform better, particularly closer to the forecast horizon.”</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“The final prediction is not a simple average — it is a weighted ensemble that balances robustness, stability, and responsiveness.”</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“This approach reduces the risk of over-reliance on any single model and consistently outperforms the naïve baseline.”</a:t>
            </a:r>
            <a:endParaRPr lang="en-IN"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606FAA5-3711-3E42-8F1D-A2294EB05F49}" type="slidenum">
              <a:rPr lang="en-US" smtClean="0"/>
              <a:t>27</a:t>
            </a:fld>
            <a:endParaRPr lang="en-US"/>
          </a:p>
        </p:txBody>
      </p:sp>
    </p:spTree>
    <p:extLst>
      <p:ext uri="{BB962C8B-B14F-4D97-AF65-F5344CB8AC3E}">
        <p14:creationId xmlns:p14="http://schemas.microsoft.com/office/powerpoint/2010/main" val="663826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These are the reasons why I use a weighted ensemble. These are general reasons why anyone uses ensemble. </a:t>
            </a:r>
          </a:p>
          <a:p>
            <a:r>
              <a:rPr lang="en-US" i="1" dirty="0"/>
              <a:t>“Any single model can overfit — not just to the data, but to a particular type of regime.”</a:t>
            </a:r>
            <a:endParaRPr lang="en-US" dirty="0"/>
          </a:p>
          <a:p>
            <a:r>
              <a:rPr lang="en-US" i="1" dirty="0"/>
              <a:t>“Some models react too strongly to spikes, others are too smooth. Those are different kinds of errors.”</a:t>
            </a:r>
            <a:endParaRPr lang="en-US" dirty="0"/>
          </a:p>
          <a:p>
            <a:r>
              <a:rPr lang="en-US" i="1" dirty="0"/>
              <a:t>“By blending models with different biases, these errors partially cancel out.”</a:t>
            </a:r>
            <a:endParaRPr lang="en-US" dirty="0"/>
          </a:p>
          <a:p>
            <a:r>
              <a:rPr lang="en-US" i="1" dirty="0"/>
              <a:t>“This spreads risk, much like diversification in a portfolio, and leads to more stable out-of-sample performance.”</a:t>
            </a:r>
            <a:endParaRPr lang="en-US" dirty="0"/>
          </a:p>
          <a:p>
            <a:r>
              <a:rPr lang="en-US" i="1" dirty="0"/>
              <a:t>“The weights ensure that better-performing models still matter more, but no single model dominates.”</a:t>
            </a:r>
            <a:endParaRPr lang="en-US" dirty="0"/>
          </a:p>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8606FAA5-3711-3E42-8F1D-A2294EB05F49}" type="slidenum">
              <a:rPr lang="en-US" smtClean="0"/>
              <a:t>28</a:t>
            </a:fld>
            <a:endParaRPr lang="en-US"/>
          </a:p>
        </p:txBody>
      </p:sp>
    </p:spTree>
    <p:extLst>
      <p:ext uri="{BB962C8B-B14F-4D97-AF65-F5344CB8AC3E}">
        <p14:creationId xmlns:p14="http://schemas.microsoft.com/office/powerpoint/2010/main" val="3967892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1" kern="1200" dirty="0">
                <a:solidFill>
                  <a:schemeClr val="tx1"/>
                </a:solidFill>
                <a:effectLst/>
                <a:latin typeface="+mn-lt"/>
                <a:ea typeface="+mn-ea"/>
                <a:cs typeface="+mn-cs"/>
              </a:rPr>
              <a:t>“The ensemble is built in three clean steps.”</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“First, we evaluate each model within its own segment using rolling, horizon-matched cross-validation, and we score performance at the HS-4 level using </a:t>
            </a:r>
            <a:r>
              <a:rPr lang="en-IN" sz="1200" b="0" i="1" kern="1200" dirty="0" err="1">
                <a:solidFill>
                  <a:schemeClr val="tx1"/>
                </a:solidFill>
                <a:effectLst/>
                <a:latin typeface="+mn-lt"/>
                <a:ea typeface="+mn-ea"/>
                <a:cs typeface="+mn-cs"/>
              </a:rPr>
              <a:t>sMAPE</a:t>
            </a:r>
            <a:r>
              <a:rPr lang="en-IN" sz="1200" b="0" i="1" kern="1200" dirty="0">
                <a:solidFill>
                  <a:schemeClr val="tx1"/>
                </a:solidFill>
                <a:effectLst/>
                <a:latin typeface="+mn-lt"/>
                <a:ea typeface="+mn-ea"/>
                <a:cs typeface="+mn-cs"/>
              </a:rPr>
              <a:t> — exactly how the competition evaluates us.”</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“Second, we translate these validation errors into weights. Models with lower error receive higher weight, and folds closer to the forecast horizon matter more.”</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“Finally, we compute a weighted average of the model predictions. This is done separately for each segment before aggregating everything into the final submission.”</a:t>
            </a:r>
            <a:endParaRPr lang="en-IN" sz="1200" b="0" i="0" kern="1200" dirty="0">
              <a:solidFill>
                <a:schemeClr val="tx1"/>
              </a:solidFill>
              <a:effectLst/>
              <a:latin typeface="+mn-lt"/>
              <a:ea typeface="+mn-ea"/>
              <a:cs typeface="+mn-cs"/>
            </a:endParaRPr>
          </a:p>
          <a:p>
            <a:r>
              <a:rPr lang="en-IN" sz="1200" b="0" i="1" kern="1200" dirty="0">
                <a:solidFill>
                  <a:schemeClr val="tx1"/>
                </a:solidFill>
                <a:effectLst/>
                <a:latin typeface="+mn-lt"/>
                <a:ea typeface="+mn-ea"/>
                <a:cs typeface="+mn-cs"/>
              </a:rPr>
              <a:t>“At no point does the final forecast month influence model selection or weighting.”</a:t>
            </a:r>
            <a:endParaRPr lang="en-IN"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606FAA5-3711-3E42-8F1D-A2294EB05F49}" type="slidenum">
              <a:rPr lang="en-US" smtClean="0"/>
              <a:t>29</a:t>
            </a:fld>
            <a:endParaRPr lang="en-US"/>
          </a:p>
        </p:txBody>
      </p:sp>
    </p:spTree>
    <p:extLst>
      <p:ext uri="{BB962C8B-B14F-4D97-AF65-F5344CB8AC3E}">
        <p14:creationId xmlns:p14="http://schemas.microsoft.com/office/powerpoint/2010/main" val="18180670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“This table shows, for each segment, the validation error and the resulting ensemble weight.”</a:t>
            </a:r>
            <a:endParaRPr lang="en-US" dirty="0">
              <a:solidFill>
                <a:srgbClr val="444444"/>
              </a:solidFill>
            </a:endParaRPr>
          </a:p>
          <a:p>
            <a:r>
              <a:rPr lang="en-US" i="1" dirty="0"/>
              <a:t>“Lower </a:t>
            </a:r>
            <a:r>
              <a:rPr lang="en-US" i="1" dirty="0" err="1"/>
              <a:t>sMAPE</a:t>
            </a:r>
            <a:r>
              <a:rPr lang="en-US" i="1" dirty="0"/>
              <a:t> means better out-of-sample performance under the competition metric.”</a:t>
            </a:r>
            <a:endParaRPr lang="en-US" dirty="0">
              <a:solidFill>
                <a:srgbClr val="444444"/>
              </a:solidFill>
            </a:endParaRPr>
          </a:p>
          <a:p>
            <a:r>
              <a:rPr lang="en-US" i="1" dirty="0"/>
              <a:t>“Weights broadly track relative performance, but no model is allowed to dominate — that’s intentional.”</a:t>
            </a:r>
            <a:endParaRPr lang="en-US" dirty="0">
              <a:solidFill>
                <a:srgbClr val="444444"/>
              </a:solidFill>
            </a:endParaRPr>
          </a:p>
          <a:p>
            <a:r>
              <a:rPr lang="en-US" i="1" dirty="0"/>
              <a:t>“The ensemble trades peak performance for stability by spreading risk across strong but different models.”</a:t>
            </a:r>
            <a:endParaRPr lang="en-US" dirty="0">
              <a:solidFill>
                <a:srgbClr val="444444"/>
              </a:solidFill>
            </a:endParaRPr>
          </a:p>
          <a:p>
            <a:r>
              <a:rPr lang="en-US" b="1" dirty="0"/>
              <a:t>“These </a:t>
            </a:r>
            <a:r>
              <a:rPr lang="en-US" b="1" dirty="0" err="1"/>
              <a:t>sMAPE</a:t>
            </a:r>
            <a:r>
              <a:rPr lang="en-US" b="1" dirty="0"/>
              <a:t> values are not comparable across segments; they are only used to rank models within the same segment.”</a:t>
            </a:r>
            <a:endParaRPr lang="en-US" dirty="0"/>
          </a:p>
        </p:txBody>
      </p:sp>
      <p:sp>
        <p:nvSpPr>
          <p:cNvPr id="4" name="Slide Number Placeholder 3"/>
          <p:cNvSpPr>
            <a:spLocks noGrp="1"/>
          </p:cNvSpPr>
          <p:nvPr>
            <p:ph type="sldNum" sz="quarter" idx="5"/>
          </p:nvPr>
        </p:nvSpPr>
        <p:spPr/>
        <p:txBody>
          <a:bodyPr/>
          <a:lstStyle/>
          <a:p>
            <a:fld id="{8606FAA5-3711-3E42-8F1D-A2294EB05F49}" type="slidenum">
              <a:rPr lang="en-US" smtClean="0"/>
              <a:t>30</a:t>
            </a:fld>
            <a:endParaRPr lang="en-US"/>
          </a:p>
        </p:txBody>
      </p:sp>
    </p:spTree>
    <p:extLst>
      <p:ext uri="{BB962C8B-B14F-4D97-AF65-F5344CB8AC3E}">
        <p14:creationId xmlns:p14="http://schemas.microsoft.com/office/powerpoint/2010/main" val="768100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FE912-7D29-60A8-45B1-6AADB1FBC89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121BD0-E163-8119-215F-AF2BF9A3D1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FFE9729-6CD3-40FC-EDF0-E1A0BF9AB86D}"/>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5" name="Footer Placeholder 4">
            <a:extLst>
              <a:ext uri="{FF2B5EF4-FFF2-40B4-BE49-F238E27FC236}">
                <a16:creationId xmlns:a16="http://schemas.microsoft.com/office/drawing/2014/main" id="{E6327DC5-A00B-1484-20E1-0C76A84CC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0110F-75ED-D93E-7218-5DD726572807}"/>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3088557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F356F-3A12-4344-D782-2587C46424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85E65EE-4AF8-6BB1-F82F-9F0A614EE97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6938AF-20BC-7F57-F494-C62731DAE0D0}"/>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5" name="Footer Placeholder 4">
            <a:extLst>
              <a:ext uri="{FF2B5EF4-FFF2-40B4-BE49-F238E27FC236}">
                <a16:creationId xmlns:a16="http://schemas.microsoft.com/office/drawing/2014/main" id="{A7963B60-B4FF-85FC-198D-91DF94D918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C1B3E-9E30-F71E-63F3-3DA611A37127}"/>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1248746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646D-20CF-0312-B72B-69BF50AEFB5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945E8C2-A590-710C-B17E-974EB6A959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9AFC7E-7841-4687-FD4E-EE230E16645E}"/>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5" name="Footer Placeholder 4">
            <a:extLst>
              <a:ext uri="{FF2B5EF4-FFF2-40B4-BE49-F238E27FC236}">
                <a16:creationId xmlns:a16="http://schemas.microsoft.com/office/drawing/2014/main" id="{E2714A37-8E64-F7BC-9891-2A391D56FD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5FCA94-1856-C676-DD0C-30F0357E4DD6}"/>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1114597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0EC1-1925-B12C-CA17-B3A93A1CEA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71E3A9-6D38-AD74-5EF8-321CF590D5D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AC6C251-9482-F130-6EFE-4ADE96BBA57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58CCBE1-A50E-F7E7-4B2C-9DE6EB7F9781}"/>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6" name="Footer Placeholder 5">
            <a:extLst>
              <a:ext uri="{FF2B5EF4-FFF2-40B4-BE49-F238E27FC236}">
                <a16:creationId xmlns:a16="http://schemas.microsoft.com/office/drawing/2014/main" id="{F4BBBCE3-6354-CD52-CF79-6736363212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7472E8-7039-4800-9911-C0F25FFA9542}"/>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15914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0D1EE-12E9-26D2-6E19-3EBE127959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6CA71B8-4EDE-62F5-0A86-D4149D4766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20D8188-7387-34E8-432D-0D23F6EAF92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7E01815-DAA5-20FB-019B-866C67A1BC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3A181E6-8D17-A587-E250-7210151F7C9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9B3BF0E-F537-AE12-7585-9273D5FFD7E4}"/>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8" name="Footer Placeholder 7">
            <a:extLst>
              <a:ext uri="{FF2B5EF4-FFF2-40B4-BE49-F238E27FC236}">
                <a16:creationId xmlns:a16="http://schemas.microsoft.com/office/drawing/2014/main" id="{4CFB498D-C6AD-0A49-029D-58482C2032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7518CA-638B-F67B-2623-2A60D917E233}"/>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1619450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36CAD-C0E7-478D-6D62-FB39FFF4A04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3C6A539-BB9C-5DB5-0E93-8DE25C3D218F}"/>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4" name="Footer Placeholder 3">
            <a:extLst>
              <a:ext uri="{FF2B5EF4-FFF2-40B4-BE49-F238E27FC236}">
                <a16:creationId xmlns:a16="http://schemas.microsoft.com/office/drawing/2014/main" id="{4013E348-F7D5-E9FA-5AC9-71748DB9C0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0E4699-DF94-A533-8D87-75F21493D539}"/>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413934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92FA52-8838-FD47-A467-17DB31EE53AC}"/>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3" name="Footer Placeholder 2">
            <a:extLst>
              <a:ext uri="{FF2B5EF4-FFF2-40B4-BE49-F238E27FC236}">
                <a16:creationId xmlns:a16="http://schemas.microsoft.com/office/drawing/2014/main" id="{9C1B608A-FB50-F343-2814-7A86403629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1A0D41-FDC5-9E2A-E058-43144332ABAC}"/>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1850684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6947-CF1D-79D8-2279-BBCB60D76A3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46A7140-A7A1-4A79-80F6-763D9DBFC5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36FE3C9-5B7B-981D-B9AD-9995375FE0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1F8A66-2290-22EE-4CF3-28B70CFAE845}"/>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6" name="Footer Placeholder 5">
            <a:extLst>
              <a:ext uri="{FF2B5EF4-FFF2-40B4-BE49-F238E27FC236}">
                <a16:creationId xmlns:a16="http://schemas.microsoft.com/office/drawing/2014/main" id="{E1617951-3200-A6CE-B21A-662CD59F3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BEBC4E-6ABF-266C-8300-8CF879AA2CD7}"/>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2721197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0182-7BC3-C6CE-0084-7B81827781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780078E-C7CC-8546-6424-35744F8771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A55B3B-421A-656B-9958-DFAA9A0D5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532366-4E9C-30C9-E777-B551A925800E}"/>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6" name="Footer Placeholder 5">
            <a:extLst>
              <a:ext uri="{FF2B5EF4-FFF2-40B4-BE49-F238E27FC236}">
                <a16:creationId xmlns:a16="http://schemas.microsoft.com/office/drawing/2014/main" id="{0DC55FC7-6EEC-C53F-588E-E95A200C29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B8A7B9-2C07-A24A-87AF-8433EA7A4734}"/>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3874035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68084-33FD-7CFD-CEAA-BB85F376794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CF55523-3616-CB3B-10C2-59508A1A440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C4A2A39-6DBA-CEC6-0F86-170FC5F6C0B7}"/>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5" name="Footer Placeholder 4">
            <a:extLst>
              <a:ext uri="{FF2B5EF4-FFF2-40B4-BE49-F238E27FC236}">
                <a16:creationId xmlns:a16="http://schemas.microsoft.com/office/drawing/2014/main" id="{763A83C6-8FF6-DEA2-FE17-E9836DBBDD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79B4E-0D2C-FE1A-7A9B-2B6DEAB13DCC}"/>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871713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367FD-013A-CDA7-6F63-84674D38E65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0FF1445-9608-0693-5102-38AB41E1080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BF10A6-A437-EE9E-815D-92BA40DAD04F}"/>
              </a:ext>
            </a:extLst>
          </p:cNvPr>
          <p:cNvSpPr>
            <a:spLocks noGrp="1"/>
          </p:cNvSpPr>
          <p:nvPr>
            <p:ph type="dt" sz="half" idx="10"/>
          </p:nvPr>
        </p:nvSpPr>
        <p:spPr/>
        <p:txBody>
          <a:bodyPr/>
          <a:lstStyle/>
          <a:p>
            <a:fld id="{29A62274-9EEE-C34D-9708-66288308AD78}" type="datetimeFigureOut">
              <a:rPr lang="en-US" smtClean="0"/>
              <a:t>2/5/26</a:t>
            </a:fld>
            <a:endParaRPr lang="en-US"/>
          </a:p>
        </p:txBody>
      </p:sp>
      <p:sp>
        <p:nvSpPr>
          <p:cNvPr id="5" name="Footer Placeholder 4">
            <a:extLst>
              <a:ext uri="{FF2B5EF4-FFF2-40B4-BE49-F238E27FC236}">
                <a16:creationId xmlns:a16="http://schemas.microsoft.com/office/drawing/2014/main" id="{639A3C76-9C41-5F79-1400-B218EAB6D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9DED1-FB78-5446-6A01-E66B24B50046}"/>
              </a:ext>
            </a:extLst>
          </p:cNvPr>
          <p:cNvSpPr>
            <a:spLocks noGrp="1"/>
          </p:cNvSpPr>
          <p:nvPr>
            <p:ph type="sldNum" sz="quarter" idx="12"/>
          </p:nvPr>
        </p:nvSpPr>
        <p:spPr/>
        <p:txBody>
          <a:bodyPr/>
          <a:lstStyle/>
          <a:p>
            <a:fld id="{3FBD6FFA-27EE-AB4D-BD92-5DA4551628A6}" type="slidenum">
              <a:rPr lang="en-US" smtClean="0"/>
              <a:t>‹#›</a:t>
            </a:fld>
            <a:endParaRPr lang="en-US"/>
          </a:p>
        </p:txBody>
      </p:sp>
    </p:spTree>
    <p:extLst>
      <p:ext uri="{BB962C8B-B14F-4D97-AF65-F5344CB8AC3E}">
        <p14:creationId xmlns:p14="http://schemas.microsoft.com/office/powerpoint/2010/main" val="759513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E48F10-6054-F48A-EC7F-979CDF76B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311F7F7-C9B8-8E84-C1E6-5909EE346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3A3A98-8D7F-18CF-60C9-FB38EA4998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A62274-9EEE-C34D-9708-66288308AD78}" type="datetimeFigureOut">
              <a:rPr lang="en-US" smtClean="0"/>
              <a:t>2/5/26</a:t>
            </a:fld>
            <a:endParaRPr lang="en-US"/>
          </a:p>
        </p:txBody>
      </p:sp>
      <p:sp>
        <p:nvSpPr>
          <p:cNvPr id="5" name="Footer Placeholder 4">
            <a:extLst>
              <a:ext uri="{FF2B5EF4-FFF2-40B4-BE49-F238E27FC236}">
                <a16:creationId xmlns:a16="http://schemas.microsoft.com/office/drawing/2014/main" id="{DBAEE950-ED28-F5FF-64F4-F270B55DE1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06068C-F2A8-B9DA-96EB-3C51AFF9F7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BD6FFA-27EE-AB4D-BD92-5DA4551628A6}" type="slidenum">
              <a:rPr lang="en-US" smtClean="0"/>
              <a:t>‹#›</a:t>
            </a:fld>
            <a:endParaRPr lang="en-US"/>
          </a:p>
        </p:txBody>
      </p:sp>
    </p:spTree>
    <p:extLst>
      <p:ext uri="{BB962C8B-B14F-4D97-AF65-F5344CB8AC3E}">
        <p14:creationId xmlns:p14="http://schemas.microsoft.com/office/powerpoint/2010/main" val="3328453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hyperlink" Target="http://www.trademap.org/" TargetMode="Externa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F35115-ED5E-2C07-6579-9DFCDFD4008F}"/>
              </a:ext>
            </a:extLst>
          </p:cNvPr>
          <p:cNvSpPr>
            <a:spLocks noGrp="1"/>
          </p:cNvSpPr>
          <p:nvPr>
            <p:ph type="ctrTitle"/>
          </p:nvPr>
        </p:nvSpPr>
        <p:spPr>
          <a:xfrm>
            <a:off x="838199" y="1093788"/>
            <a:ext cx="10506455" cy="2967208"/>
          </a:xfrm>
        </p:spPr>
        <p:txBody>
          <a:bodyPr>
            <a:normAutofit/>
          </a:bodyPr>
          <a:lstStyle/>
          <a:p>
            <a:pPr algn="l"/>
            <a:r>
              <a:rPr lang="en-US" sz="8000"/>
              <a:t>AI4Trade Global Competition</a:t>
            </a:r>
          </a:p>
        </p:txBody>
      </p:sp>
      <p:sp>
        <p:nvSpPr>
          <p:cNvPr id="3" name="Subtitle 2">
            <a:extLst>
              <a:ext uri="{FF2B5EF4-FFF2-40B4-BE49-F238E27FC236}">
                <a16:creationId xmlns:a16="http://schemas.microsoft.com/office/drawing/2014/main" id="{75910D36-0C54-BDCA-6DAF-31C5AE703207}"/>
              </a:ext>
            </a:extLst>
          </p:cNvPr>
          <p:cNvSpPr>
            <a:spLocks noGrp="1"/>
          </p:cNvSpPr>
          <p:nvPr>
            <p:ph type="subTitle" idx="1"/>
          </p:nvPr>
        </p:nvSpPr>
        <p:spPr>
          <a:xfrm>
            <a:off x="7400924" y="4619624"/>
            <a:ext cx="3946779" cy="1038225"/>
          </a:xfrm>
        </p:spPr>
        <p:txBody>
          <a:bodyPr>
            <a:normAutofit lnSpcReduction="10000"/>
          </a:bodyPr>
          <a:lstStyle/>
          <a:p>
            <a:pPr algn="r"/>
            <a:r>
              <a:rPr lang="en-US" sz="1800" b="1" dirty="0">
                <a:solidFill>
                  <a:srgbClr val="C00000"/>
                </a:solidFill>
              </a:rPr>
              <a:t>Tirumala Venkatesh Kaggundi</a:t>
            </a:r>
          </a:p>
          <a:p>
            <a:pPr algn="r"/>
            <a:r>
              <a:rPr lang="en-US" sz="1800" dirty="0"/>
              <a:t>Civil Servant – Indian Trade Service </a:t>
            </a:r>
          </a:p>
          <a:p>
            <a:pPr algn="r"/>
            <a:r>
              <a:rPr lang="en-US" sz="1800" dirty="0"/>
              <a:t>New Delhi, India</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3924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0B48D17-3B21-1AD1-7C37-302E554A4593}"/>
              </a:ext>
            </a:extLst>
          </p:cNvPr>
          <p:cNvSpPr>
            <a:spLocks noGrp="1"/>
          </p:cNvSpPr>
          <p:nvPr>
            <p:ph type="title"/>
          </p:nvPr>
        </p:nvSpPr>
        <p:spPr>
          <a:xfrm>
            <a:off x="479394" y="1070800"/>
            <a:ext cx="3939688" cy="4320597"/>
          </a:xfrm>
        </p:spPr>
        <p:txBody>
          <a:bodyPr>
            <a:normAutofit/>
          </a:bodyPr>
          <a:lstStyle/>
          <a:p>
            <a:pPr algn="r"/>
            <a:r>
              <a:rPr lang="en-US" sz="5600" dirty="0"/>
              <a:t>Flow of the presentation</a:t>
            </a:r>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39CC6DD-3E30-BF9E-7079-DFD120D3E235}"/>
              </a:ext>
            </a:extLst>
          </p:cNvPr>
          <p:cNvGraphicFramePr>
            <a:graphicFrameLocks noGrp="1"/>
          </p:cNvGraphicFramePr>
          <p:nvPr>
            <p:ph idx="1"/>
            <p:extLst>
              <p:ext uri="{D42A27DB-BD31-4B8C-83A1-F6EECF244321}">
                <p14:modId xmlns:p14="http://schemas.microsoft.com/office/powerpoint/2010/main" val="3744699579"/>
              </p:ext>
            </p:extLst>
          </p:nvPr>
        </p:nvGraphicFramePr>
        <p:xfrm>
          <a:off x="4898476" y="261258"/>
          <a:ext cx="6814119" cy="6398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35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C35C5-2B3F-FF55-753C-B9E40FA2C288}"/>
              </a:ext>
            </a:extLst>
          </p:cNvPr>
          <p:cNvSpPr>
            <a:spLocks noGrp="1"/>
          </p:cNvSpPr>
          <p:nvPr>
            <p:ph type="title"/>
          </p:nvPr>
        </p:nvSpPr>
        <p:spPr/>
        <p:txBody>
          <a:bodyPr/>
          <a:lstStyle/>
          <a:p>
            <a:r>
              <a:rPr lang="en-US" dirty="0"/>
              <a:t>Challenge statement</a:t>
            </a:r>
          </a:p>
        </p:txBody>
      </p:sp>
      <p:graphicFrame>
        <p:nvGraphicFramePr>
          <p:cNvPr id="4" name="Content Placeholder 3">
            <a:extLst>
              <a:ext uri="{FF2B5EF4-FFF2-40B4-BE49-F238E27FC236}">
                <a16:creationId xmlns:a16="http://schemas.microsoft.com/office/drawing/2014/main" id="{2DBFEBC8-A791-BE3C-2C6A-21418EEDF25C}"/>
              </a:ext>
            </a:extLst>
          </p:cNvPr>
          <p:cNvGraphicFramePr>
            <a:graphicFrameLocks noGrp="1"/>
          </p:cNvGraphicFramePr>
          <p:nvPr>
            <p:ph idx="1"/>
            <p:extLst>
              <p:ext uri="{D42A27DB-BD31-4B8C-83A1-F6EECF244321}">
                <p14:modId xmlns:p14="http://schemas.microsoft.com/office/powerpoint/2010/main" val="608821742"/>
              </p:ext>
            </p:extLst>
          </p:nvPr>
        </p:nvGraphicFramePr>
        <p:xfrm>
          <a:off x="838200" y="1825625"/>
          <a:ext cx="10874188"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ouble Brace 4">
            <a:extLst>
              <a:ext uri="{FF2B5EF4-FFF2-40B4-BE49-F238E27FC236}">
                <a16:creationId xmlns:a16="http://schemas.microsoft.com/office/drawing/2014/main" id="{E0CF2AC7-B171-5D5F-8B8D-FABCFF8E7C69}"/>
              </a:ext>
            </a:extLst>
          </p:cNvPr>
          <p:cNvSpPr/>
          <p:nvPr/>
        </p:nvSpPr>
        <p:spPr>
          <a:xfrm>
            <a:off x="1147483" y="4773706"/>
            <a:ext cx="6934196" cy="833718"/>
          </a:xfrm>
          <a:prstGeom prst="bracePair">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3200" dirty="0"/>
              <a:t>Given the trade data for this window</a:t>
            </a:r>
          </a:p>
        </p:txBody>
      </p:sp>
      <p:cxnSp>
        <p:nvCxnSpPr>
          <p:cNvPr id="8" name="Curved Connector 7">
            <a:extLst>
              <a:ext uri="{FF2B5EF4-FFF2-40B4-BE49-F238E27FC236}">
                <a16:creationId xmlns:a16="http://schemas.microsoft.com/office/drawing/2014/main" id="{A8534737-468A-6EAA-09FE-BA2DF1B645D0}"/>
              </a:ext>
            </a:extLst>
          </p:cNvPr>
          <p:cNvCxnSpPr>
            <a:cxnSpLocks/>
          </p:cNvCxnSpPr>
          <p:nvPr/>
        </p:nvCxnSpPr>
        <p:spPr>
          <a:xfrm rot="5400000">
            <a:off x="9510597" y="3082900"/>
            <a:ext cx="799771" cy="510988"/>
          </a:xfrm>
          <a:prstGeom prst="curvedConnector3">
            <a:avLst/>
          </a:prstGeom>
          <a:ln w="317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5EA7FDE-7874-07B4-7BDB-9BEA8D6B909C}"/>
              </a:ext>
            </a:extLst>
          </p:cNvPr>
          <p:cNvSpPr txBox="1"/>
          <p:nvPr/>
        </p:nvSpPr>
        <p:spPr>
          <a:xfrm>
            <a:off x="8942294" y="2292177"/>
            <a:ext cx="2447365" cy="646331"/>
          </a:xfrm>
          <a:prstGeom prst="rect">
            <a:avLst/>
          </a:prstGeom>
          <a:noFill/>
        </p:spPr>
        <p:txBody>
          <a:bodyPr wrap="square">
            <a:spAutoFit/>
          </a:bodyPr>
          <a:lstStyle/>
          <a:p>
            <a:pPr algn="ctr"/>
            <a:r>
              <a:rPr lang="en-US" b="1" dirty="0">
                <a:solidFill>
                  <a:srgbClr val="C00000"/>
                </a:solidFill>
              </a:rPr>
              <a:t>C</a:t>
            </a:r>
            <a:r>
              <a:rPr lang="en-US" sz="1800" b="1" dirty="0">
                <a:solidFill>
                  <a:srgbClr val="C00000"/>
                </a:solidFill>
              </a:rPr>
              <a:t>an you predict the trade here?</a:t>
            </a:r>
          </a:p>
        </p:txBody>
      </p:sp>
      <p:cxnSp>
        <p:nvCxnSpPr>
          <p:cNvPr id="15" name="Straight Arrow Connector 14">
            <a:extLst>
              <a:ext uri="{FF2B5EF4-FFF2-40B4-BE49-F238E27FC236}">
                <a16:creationId xmlns:a16="http://schemas.microsoft.com/office/drawing/2014/main" id="{F4B4F332-642B-D57C-9FC2-D885318780D5}"/>
              </a:ext>
            </a:extLst>
          </p:cNvPr>
          <p:cNvCxnSpPr/>
          <p:nvPr/>
        </p:nvCxnSpPr>
        <p:spPr>
          <a:xfrm flipV="1">
            <a:off x="8942294" y="4087906"/>
            <a:ext cx="0" cy="1358153"/>
          </a:xfrm>
          <a:prstGeom prst="straightConnector1">
            <a:avLst/>
          </a:prstGeom>
          <a:ln w="4445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9A7E3CE-6029-013A-8E77-7767E4630F4A}"/>
              </a:ext>
            </a:extLst>
          </p:cNvPr>
          <p:cNvSpPr txBox="1"/>
          <p:nvPr/>
        </p:nvSpPr>
        <p:spPr>
          <a:xfrm>
            <a:off x="8239986" y="5374944"/>
            <a:ext cx="1473096" cy="646331"/>
          </a:xfrm>
          <a:prstGeom prst="rect">
            <a:avLst/>
          </a:prstGeom>
          <a:noFill/>
        </p:spPr>
        <p:txBody>
          <a:bodyPr wrap="none" rtlCol="0">
            <a:spAutoFit/>
          </a:bodyPr>
          <a:lstStyle/>
          <a:p>
            <a:pPr algn="ctr"/>
            <a:r>
              <a:rPr lang="en-US" b="1" dirty="0">
                <a:solidFill>
                  <a:srgbClr val="FFC000"/>
                </a:solidFill>
              </a:rPr>
              <a:t>You are here</a:t>
            </a:r>
          </a:p>
          <a:p>
            <a:pPr algn="ctr"/>
            <a:r>
              <a:rPr lang="en-US" b="1" dirty="0">
                <a:solidFill>
                  <a:srgbClr val="FFC000"/>
                </a:solidFill>
              </a:rPr>
              <a:t>(July 2025)</a:t>
            </a:r>
          </a:p>
        </p:txBody>
      </p:sp>
    </p:spTree>
    <p:extLst>
      <p:ext uri="{BB962C8B-B14F-4D97-AF65-F5344CB8AC3E}">
        <p14:creationId xmlns:p14="http://schemas.microsoft.com/office/powerpoint/2010/main" val="3282248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2186A-79A1-C287-1CAB-D60FF1865AB9}"/>
              </a:ext>
            </a:extLst>
          </p:cNvPr>
          <p:cNvSpPr>
            <a:spLocks noGrp="1"/>
          </p:cNvSpPr>
          <p:nvPr>
            <p:ph type="title"/>
          </p:nvPr>
        </p:nvSpPr>
        <p:spPr/>
        <p:txBody>
          <a:bodyPr/>
          <a:lstStyle/>
          <a:p>
            <a:r>
              <a:rPr lang="en-IN" dirty="0"/>
              <a:t>Challenge Definition &amp; Evaluation</a:t>
            </a:r>
            <a:endParaRPr lang="en-US" dirty="0"/>
          </a:p>
        </p:txBody>
      </p:sp>
      <p:sp>
        <p:nvSpPr>
          <p:cNvPr id="3" name="Content Placeholder 2">
            <a:extLst>
              <a:ext uri="{FF2B5EF4-FFF2-40B4-BE49-F238E27FC236}">
                <a16:creationId xmlns:a16="http://schemas.microsoft.com/office/drawing/2014/main" id="{C94685B1-D77F-A760-4904-A25D12756ED4}"/>
              </a:ext>
            </a:extLst>
          </p:cNvPr>
          <p:cNvSpPr>
            <a:spLocks noGrp="1"/>
          </p:cNvSpPr>
          <p:nvPr>
            <p:ph idx="1"/>
          </p:nvPr>
        </p:nvSpPr>
        <p:spPr>
          <a:xfrm>
            <a:off x="838200" y="1690688"/>
            <a:ext cx="10515600" cy="4351338"/>
          </a:xfrm>
        </p:spPr>
        <p:txBody>
          <a:bodyPr>
            <a:normAutofit fontScale="92500"/>
          </a:bodyPr>
          <a:lstStyle/>
          <a:p>
            <a:r>
              <a:rPr lang="en-IN" b="1" dirty="0">
                <a:solidFill>
                  <a:srgbClr val="C00000"/>
                </a:solidFill>
              </a:rPr>
              <a:t>What is evaluated?</a:t>
            </a:r>
            <a:endParaRPr lang="en-IN" dirty="0">
              <a:solidFill>
                <a:srgbClr val="C00000"/>
              </a:solidFill>
            </a:endParaRPr>
          </a:p>
          <a:p>
            <a:pPr marL="0" indent="0">
              <a:buNone/>
            </a:pPr>
            <a:r>
              <a:rPr lang="en-IN" dirty="0"/>
              <a:t>Accuracy of </a:t>
            </a:r>
            <a:r>
              <a:rPr lang="en-IN" b="1" dirty="0"/>
              <a:t>October 2025 bilateral trade forecasts</a:t>
            </a:r>
            <a:endParaRPr lang="en-IN" dirty="0"/>
          </a:p>
          <a:p>
            <a:pPr marL="0" indent="0">
              <a:buNone/>
            </a:pPr>
            <a:r>
              <a:rPr lang="en-IN" dirty="0"/>
              <a:t>At </a:t>
            </a:r>
            <a:r>
              <a:rPr lang="en-IN" b="1" dirty="0"/>
              <a:t>HS-4 product level</a:t>
            </a:r>
            <a:r>
              <a:rPr lang="en-IN" dirty="0"/>
              <a:t>, for </a:t>
            </a:r>
            <a:r>
              <a:rPr lang="en-IN" b="1" dirty="0"/>
              <a:t>exports and imports</a:t>
            </a:r>
            <a:r>
              <a:rPr lang="en-IN" dirty="0"/>
              <a:t>, for the </a:t>
            </a:r>
            <a:r>
              <a:rPr lang="en-IN" b="1" dirty="0"/>
              <a:t>USA and China</a:t>
            </a:r>
            <a:endParaRPr lang="en-IN" dirty="0"/>
          </a:p>
          <a:p>
            <a:r>
              <a:rPr lang="en-IN" b="1" dirty="0">
                <a:solidFill>
                  <a:srgbClr val="C00000"/>
                </a:solidFill>
              </a:rPr>
              <a:t>How is performance measured?</a:t>
            </a:r>
            <a:endParaRPr lang="en-IN" dirty="0">
              <a:solidFill>
                <a:srgbClr val="C00000"/>
              </a:solidFill>
            </a:endParaRPr>
          </a:p>
          <a:p>
            <a:pPr marL="0" indent="0">
              <a:buNone/>
            </a:pPr>
            <a:r>
              <a:rPr lang="en-IN" b="1" dirty="0" err="1"/>
              <a:t>sMAPE</a:t>
            </a:r>
            <a:r>
              <a:rPr lang="en-IN" dirty="0"/>
              <a:t> (symmetric mean absolute percentage error)</a:t>
            </a:r>
          </a:p>
          <a:p>
            <a:pPr marL="0" indent="0">
              <a:buNone/>
            </a:pPr>
            <a:r>
              <a:rPr lang="en-IN" dirty="0"/>
              <a:t>Evaluated </a:t>
            </a:r>
            <a:r>
              <a:rPr lang="en-IN" b="1" dirty="0"/>
              <a:t>against official trade data when released</a:t>
            </a:r>
            <a:endParaRPr lang="en-IN" dirty="0"/>
          </a:p>
          <a:p>
            <a:r>
              <a:rPr lang="en-IN" b="1" dirty="0">
                <a:solidFill>
                  <a:srgbClr val="C00000"/>
                </a:solidFill>
              </a:rPr>
              <a:t>Minimum acceptance criterion</a:t>
            </a:r>
            <a:endParaRPr lang="en-IN" dirty="0">
              <a:solidFill>
                <a:srgbClr val="C00000"/>
              </a:solidFill>
            </a:endParaRPr>
          </a:p>
          <a:p>
            <a:pPr marL="0" indent="0">
              <a:buNone/>
            </a:pPr>
            <a:r>
              <a:rPr lang="en-IN" dirty="0"/>
              <a:t>Forecasts must </a:t>
            </a:r>
            <a:r>
              <a:rPr lang="en-IN" b="1" dirty="0"/>
              <a:t>outperform a naïve baseline</a:t>
            </a:r>
            <a:br>
              <a:rPr lang="en-IN" dirty="0"/>
            </a:br>
            <a:r>
              <a:rPr lang="en-IN" i="1" dirty="0"/>
              <a:t>(simply carrying forward the latest available month)</a:t>
            </a:r>
            <a:endParaRPr lang="en-IN" dirty="0"/>
          </a:p>
        </p:txBody>
      </p:sp>
    </p:spTree>
    <p:extLst>
      <p:ext uri="{BB962C8B-B14F-4D97-AF65-F5344CB8AC3E}">
        <p14:creationId xmlns:p14="http://schemas.microsoft.com/office/powerpoint/2010/main" val="816562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D78B2-FA40-230F-DB51-0F56E5F4789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EAEB4D9-13F0-91BC-D59E-54D09382EE72}"/>
              </a:ext>
            </a:extLst>
          </p:cNvPr>
          <p:cNvGraphicFramePr>
            <a:graphicFrameLocks noGrp="1"/>
          </p:cNvGraphicFramePr>
          <p:nvPr>
            <p:ph idx="1"/>
            <p:extLst>
              <p:ext uri="{D42A27DB-BD31-4B8C-83A1-F6EECF244321}">
                <p14:modId xmlns:p14="http://schemas.microsoft.com/office/powerpoint/2010/main" val="1868421412"/>
              </p:ext>
            </p:extLst>
          </p:nvPr>
        </p:nvGraphicFramePr>
        <p:xfrm>
          <a:off x="838200" y="1825625"/>
          <a:ext cx="10874188"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Double Brace 5">
            <a:extLst>
              <a:ext uri="{FF2B5EF4-FFF2-40B4-BE49-F238E27FC236}">
                <a16:creationId xmlns:a16="http://schemas.microsoft.com/office/drawing/2014/main" id="{B542C12E-9DA9-B669-9D54-9B493BDC2BFD}"/>
              </a:ext>
            </a:extLst>
          </p:cNvPr>
          <p:cNvSpPr/>
          <p:nvPr/>
        </p:nvSpPr>
        <p:spPr>
          <a:xfrm>
            <a:off x="7637931" y="1965208"/>
            <a:ext cx="2649070" cy="833718"/>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r>
              <a:rPr lang="en-US" sz="2400" b="1" dirty="0">
                <a:solidFill>
                  <a:srgbClr val="C00000"/>
                </a:solidFill>
              </a:rPr>
              <a:t>The problem was this gap</a:t>
            </a:r>
          </a:p>
        </p:txBody>
      </p:sp>
      <p:cxnSp>
        <p:nvCxnSpPr>
          <p:cNvPr id="8" name="Curved Connector 7">
            <a:extLst>
              <a:ext uri="{FF2B5EF4-FFF2-40B4-BE49-F238E27FC236}">
                <a16:creationId xmlns:a16="http://schemas.microsoft.com/office/drawing/2014/main" id="{D0488A19-8F4B-1138-AB0A-E8D427E9EFC5}"/>
              </a:ext>
            </a:extLst>
          </p:cNvPr>
          <p:cNvCxnSpPr>
            <a:cxnSpLocks/>
          </p:cNvCxnSpPr>
          <p:nvPr/>
        </p:nvCxnSpPr>
        <p:spPr>
          <a:xfrm rot="5400000">
            <a:off x="8419061" y="3201604"/>
            <a:ext cx="938892" cy="403413"/>
          </a:xfrm>
          <a:prstGeom prst="curvedConnector3">
            <a:avLst/>
          </a:prstGeom>
          <a:ln w="31750">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6CBC17F-CC6C-6004-C4F3-5D638D374750}"/>
              </a:ext>
            </a:extLst>
          </p:cNvPr>
          <p:cNvSpPr txBox="1"/>
          <p:nvPr/>
        </p:nvSpPr>
        <p:spPr>
          <a:xfrm>
            <a:off x="7898315" y="4834572"/>
            <a:ext cx="3371370" cy="1631216"/>
          </a:xfrm>
          <a:prstGeom prst="rect">
            <a:avLst/>
          </a:prstGeom>
          <a:noFill/>
        </p:spPr>
        <p:txBody>
          <a:bodyPr wrap="square" rtlCol="0">
            <a:spAutoFit/>
          </a:bodyPr>
          <a:lstStyle/>
          <a:p>
            <a:r>
              <a:rPr lang="en-US" sz="2000" b="1" u="sng" dirty="0">
                <a:solidFill>
                  <a:srgbClr val="C00000"/>
                </a:solidFill>
              </a:rPr>
              <a:t>Gap contains </a:t>
            </a:r>
          </a:p>
          <a:p>
            <a:r>
              <a:rPr lang="en-US" sz="2000" dirty="0"/>
              <a:t>Trump tariffs – major impact</a:t>
            </a:r>
          </a:p>
          <a:p>
            <a:r>
              <a:rPr lang="en-US" sz="2000" dirty="0"/>
              <a:t>Supply chain re-routing – gradual impact</a:t>
            </a:r>
          </a:p>
          <a:p>
            <a:endParaRPr lang="en-US" sz="2000" dirty="0"/>
          </a:p>
        </p:txBody>
      </p:sp>
      <p:sp>
        <p:nvSpPr>
          <p:cNvPr id="12" name="Title 11">
            <a:extLst>
              <a:ext uri="{FF2B5EF4-FFF2-40B4-BE49-F238E27FC236}">
                <a16:creationId xmlns:a16="http://schemas.microsoft.com/office/drawing/2014/main" id="{48346F59-58B9-49AF-461D-B2AA0499A320}"/>
              </a:ext>
            </a:extLst>
          </p:cNvPr>
          <p:cNvSpPr>
            <a:spLocks noGrp="1"/>
          </p:cNvSpPr>
          <p:nvPr>
            <p:ph type="title"/>
          </p:nvPr>
        </p:nvSpPr>
        <p:spPr/>
        <p:txBody>
          <a:bodyPr/>
          <a:lstStyle/>
          <a:p>
            <a:r>
              <a:rPr lang="en-US" dirty="0"/>
              <a:t>The gap plugging</a:t>
            </a:r>
          </a:p>
        </p:txBody>
      </p:sp>
      <p:sp>
        <p:nvSpPr>
          <p:cNvPr id="14" name="TextBox 13">
            <a:extLst>
              <a:ext uri="{FF2B5EF4-FFF2-40B4-BE49-F238E27FC236}">
                <a16:creationId xmlns:a16="http://schemas.microsoft.com/office/drawing/2014/main" id="{4DECEE55-F992-90B7-5A8C-56410853B9AC}"/>
              </a:ext>
            </a:extLst>
          </p:cNvPr>
          <p:cNvSpPr txBox="1"/>
          <p:nvPr/>
        </p:nvSpPr>
        <p:spPr>
          <a:xfrm>
            <a:off x="1135531" y="6281122"/>
            <a:ext cx="8269726" cy="369332"/>
          </a:xfrm>
          <a:prstGeom prst="rect">
            <a:avLst/>
          </a:prstGeom>
          <a:noFill/>
        </p:spPr>
        <p:txBody>
          <a:bodyPr wrap="square">
            <a:spAutoFit/>
          </a:bodyPr>
          <a:lstStyle/>
          <a:p>
            <a:pPr algn="ctr"/>
            <a:r>
              <a:rPr lang="en-US" sz="1800" b="1" i="1" dirty="0">
                <a:solidFill>
                  <a:srgbClr val="C00000"/>
                </a:solidFill>
              </a:rPr>
              <a:t>Downloaded </a:t>
            </a:r>
            <a:r>
              <a:rPr lang="en-US" b="1" i="1" dirty="0">
                <a:solidFill>
                  <a:srgbClr val="C00000"/>
                </a:solidFill>
              </a:rPr>
              <a:t>monthly data from </a:t>
            </a:r>
            <a:r>
              <a:rPr lang="en-US" sz="1800" b="1" i="1" dirty="0">
                <a:solidFill>
                  <a:srgbClr val="C00000"/>
                </a:solidFill>
                <a:hlinkClick r:id="rId7"/>
              </a:rPr>
              <a:t>www.trademap.org</a:t>
            </a:r>
            <a:r>
              <a:rPr lang="en-US" sz="1800" b="1" i="1" dirty="0">
                <a:solidFill>
                  <a:srgbClr val="C00000"/>
                </a:solidFill>
              </a:rPr>
              <a:t> for selected partners</a:t>
            </a:r>
          </a:p>
        </p:txBody>
      </p:sp>
    </p:spTree>
    <p:extLst>
      <p:ext uri="{BB962C8B-B14F-4D97-AF65-F5344CB8AC3E}">
        <p14:creationId xmlns:p14="http://schemas.microsoft.com/office/powerpoint/2010/main" val="2557730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5C425-7AAC-6BAE-B0E7-977EA56CA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64B1A-F262-6649-07E5-261480D46677}"/>
              </a:ext>
            </a:extLst>
          </p:cNvPr>
          <p:cNvSpPr>
            <a:spLocks noGrp="1"/>
          </p:cNvSpPr>
          <p:nvPr>
            <p:ph type="title"/>
          </p:nvPr>
        </p:nvSpPr>
        <p:spPr>
          <a:xfrm>
            <a:off x="479394" y="1070800"/>
            <a:ext cx="3939688" cy="4320597"/>
          </a:xfrm>
        </p:spPr>
        <p:txBody>
          <a:bodyPr>
            <a:normAutofit/>
          </a:bodyPr>
          <a:lstStyle/>
          <a:p>
            <a:pPr algn="r"/>
            <a:r>
              <a:rPr lang="en-US" sz="5600" dirty="0"/>
              <a:t>Flow of the presentation</a:t>
            </a:r>
          </a:p>
        </p:txBody>
      </p:sp>
      <p:graphicFrame>
        <p:nvGraphicFramePr>
          <p:cNvPr id="5" name="Content Placeholder 2">
            <a:extLst>
              <a:ext uri="{FF2B5EF4-FFF2-40B4-BE49-F238E27FC236}">
                <a16:creationId xmlns:a16="http://schemas.microsoft.com/office/drawing/2014/main" id="{EACC59AF-122A-444D-A884-B319A750E17F}"/>
              </a:ext>
            </a:extLst>
          </p:cNvPr>
          <p:cNvGraphicFramePr>
            <a:graphicFrameLocks noGrp="1"/>
          </p:cNvGraphicFramePr>
          <p:nvPr>
            <p:ph idx="1"/>
            <p:extLst>
              <p:ext uri="{D42A27DB-BD31-4B8C-83A1-F6EECF244321}">
                <p14:modId xmlns:p14="http://schemas.microsoft.com/office/powerpoint/2010/main" val="2944414923"/>
              </p:ext>
            </p:extLst>
          </p:nvPr>
        </p:nvGraphicFramePr>
        <p:xfrm>
          <a:off x="4898476" y="261258"/>
          <a:ext cx="6814119" cy="6398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eft Arrow 2">
            <a:extLst>
              <a:ext uri="{FF2B5EF4-FFF2-40B4-BE49-F238E27FC236}">
                <a16:creationId xmlns:a16="http://schemas.microsoft.com/office/drawing/2014/main" id="{63584B12-4DBF-D33B-6864-D287107F491B}"/>
              </a:ext>
            </a:extLst>
          </p:cNvPr>
          <p:cNvSpPr/>
          <p:nvPr/>
        </p:nvSpPr>
        <p:spPr>
          <a:xfrm>
            <a:off x="10768670" y="1669143"/>
            <a:ext cx="1436914" cy="26125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35153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F8EA-C85E-A8FE-86D5-AE3F41A8AE5C}"/>
              </a:ext>
            </a:extLst>
          </p:cNvPr>
          <p:cNvSpPr>
            <a:spLocks noGrp="1"/>
          </p:cNvSpPr>
          <p:nvPr>
            <p:ph type="title"/>
          </p:nvPr>
        </p:nvSpPr>
        <p:spPr/>
        <p:txBody>
          <a:bodyPr/>
          <a:lstStyle/>
          <a:p>
            <a:r>
              <a:rPr lang="en-US" dirty="0"/>
              <a:t>Data exploration</a:t>
            </a:r>
          </a:p>
        </p:txBody>
      </p:sp>
      <p:sp>
        <p:nvSpPr>
          <p:cNvPr id="3" name="Content Placeholder 2">
            <a:extLst>
              <a:ext uri="{FF2B5EF4-FFF2-40B4-BE49-F238E27FC236}">
                <a16:creationId xmlns:a16="http://schemas.microsoft.com/office/drawing/2014/main" id="{79724709-1154-8CA9-F5C6-4CB4DF4E4587}"/>
              </a:ext>
            </a:extLst>
          </p:cNvPr>
          <p:cNvSpPr>
            <a:spLocks noGrp="1"/>
          </p:cNvSpPr>
          <p:nvPr>
            <p:ph idx="1"/>
          </p:nvPr>
        </p:nvSpPr>
        <p:spPr/>
        <p:txBody>
          <a:bodyPr/>
          <a:lstStyle/>
          <a:p>
            <a:r>
              <a:rPr lang="en-US" dirty="0"/>
              <a:t>Is the dataset zero dense/sparse? </a:t>
            </a:r>
          </a:p>
          <a:p>
            <a:r>
              <a:rPr lang="en-US" dirty="0"/>
              <a:t>What’s the export and import pattern?</a:t>
            </a:r>
          </a:p>
          <a:p>
            <a:r>
              <a:rPr lang="en-US" dirty="0"/>
              <a:t>Are there seasonal effects? </a:t>
            </a:r>
          </a:p>
          <a:p>
            <a:r>
              <a:rPr lang="en-US" dirty="0"/>
              <a:t>Is there something missing in the fields?</a:t>
            </a:r>
          </a:p>
          <a:p>
            <a:r>
              <a:rPr lang="en-US" dirty="0"/>
              <a:t>What happens when we aggregate at national level? </a:t>
            </a:r>
          </a:p>
          <a:p>
            <a:r>
              <a:rPr lang="en-US" dirty="0"/>
              <a:t>Does it pass the smell test visually when we plot monthly data?</a:t>
            </a:r>
          </a:p>
        </p:txBody>
      </p:sp>
    </p:spTree>
    <p:extLst>
      <p:ext uri="{BB962C8B-B14F-4D97-AF65-F5344CB8AC3E}">
        <p14:creationId xmlns:p14="http://schemas.microsoft.com/office/powerpoint/2010/main" val="485545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3155-945E-E8B6-17DF-F466A33453F4}"/>
              </a:ext>
            </a:extLst>
          </p:cNvPr>
          <p:cNvSpPr>
            <a:spLocks noGrp="1"/>
          </p:cNvSpPr>
          <p:nvPr>
            <p:ph type="title"/>
          </p:nvPr>
        </p:nvSpPr>
        <p:spPr/>
        <p:txBody>
          <a:bodyPr/>
          <a:lstStyle/>
          <a:p>
            <a:r>
              <a:rPr lang="en-US" dirty="0"/>
              <a:t>Aggregated data at national level</a:t>
            </a:r>
          </a:p>
        </p:txBody>
      </p:sp>
      <p:graphicFrame>
        <p:nvGraphicFramePr>
          <p:cNvPr id="4" name="Content Placeholder 4">
            <a:extLst>
              <a:ext uri="{FF2B5EF4-FFF2-40B4-BE49-F238E27FC236}">
                <a16:creationId xmlns:a16="http://schemas.microsoft.com/office/drawing/2014/main" id="{E2BC9684-B669-FC1E-E197-DD43D7588CEC}"/>
              </a:ext>
            </a:extLst>
          </p:cNvPr>
          <p:cNvGraphicFramePr>
            <a:graphicFrameLocks noGrp="1"/>
          </p:cNvGraphicFramePr>
          <p:nvPr>
            <p:ph idx="1"/>
            <p:extLst>
              <p:ext uri="{D42A27DB-BD31-4B8C-83A1-F6EECF244321}">
                <p14:modId xmlns:p14="http://schemas.microsoft.com/office/powerpoint/2010/main" val="3609060346"/>
              </p:ext>
            </p:extLst>
          </p:nvPr>
        </p:nvGraphicFramePr>
        <p:xfrm>
          <a:off x="838200" y="1576985"/>
          <a:ext cx="10170231" cy="2706501"/>
        </p:xfrm>
        <a:graphic>
          <a:graphicData uri="http://schemas.openxmlformats.org/drawingml/2006/table">
            <a:tbl>
              <a:tblPr firstRow="1" firstCol="1" bandCol="1">
                <a:tableStyleId>{5C22544A-7EE6-4342-B048-85BDC9FD1C3A}</a:tableStyleId>
              </a:tblPr>
              <a:tblGrid>
                <a:gridCol w="1552298">
                  <a:extLst>
                    <a:ext uri="{9D8B030D-6E8A-4147-A177-3AD203B41FA5}">
                      <a16:colId xmlns:a16="http://schemas.microsoft.com/office/drawing/2014/main" val="1983568508"/>
                    </a:ext>
                  </a:extLst>
                </a:gridCol>
                <a:gridCol w="2408741">
                  <a:extLst>
                    <a:ext uri="{9D8B030D-6E8A-4147-A177-3AD203B41FA5}">
                      <a16:colId xmlns:a16="http://schemas.microsoft.com/office/drawing/2014/main" val="1433879701"/>
                    </a:ext>
                  </a:extLst>
                </a:gridCol>
                <a:gridCol w="1552298">
                  <a:extLst>
                    <a:ext uri="{9D8B030D-6E8A-4147-A177-3AD203B41FA5}">
                      <a16:colId xmlns:a16="http://schemas.microsoft.com/office/drawing/2014/main" val="3665417490"/>
                    </a:ext>
                  </a:extLst>
                </a:gridCol>
                <a:gridCol w="1552298">
                  <a:extLst>
                    <a:ext uri="{9D8B030D-6E8A-4147-A177-3AD203B41FA5}">
                      <a16:colId xmlns:a16="http://schemas.microsoft.com/office/drawing/2014/main" val="3619139633"/>
                    </a:ext>
                  </a:extLst>
                </a:gridCol>
                <a:gridCol w="1552298">
                  <a:extLst>
                    <a:ext uri="{9D8B030D-6E8A-4147-A177-3AD203B41FA5}">
                      <a16:colId xmlns:a16="http://schemas.microsoft.com/office/drawing/2014/main" val="1395812904"/>
                    </a:ext>
                  </a:extLst>
                </a:gridCol>
                <a:gridCol w="1552298">
                  <a:extLst>
                    <a:ext uri="{9D8B030D-6E8A-4147-A177-3AD203B41FA5}">
                      <a16:colId xmlns:a16="http://schemas.microsoft.com/office/drawing/2014/main" val="4122580668"/>
                    </a:ext>
                  </a:extLst>
                </a:gridCol>
              </a:tblGrid>
              <a:tr h="938989">
                <a:tc>
                  <a:txBody>
                    <a:bodyPr/>
                    <a:lstStyle/>
                    <a:p>
                      <a:pPr algn="l" fontAlgn="b">
                        <a:buNone/>
                      </a:pPr>
                      <a:r>
                        <a:rPr lang="en-IN" sz="1800" u="none" strike="noStrike" dirty="0">
                          <a:effectLst/>
                        </a:rPr>
                        <a:t>Dataset</a:t>
                      </a:r>
                      <a:endParaRPr lang="en-IN" sz="18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buNone/>
                      </a:pPr>
                      <a:r>
                        <a:rPr lang="en-IN" sz="1800" u="none" strike="noStrike" dirty="0">
                          <a:effectLst/>
                        </a:rPr>
                        <a:t>Number of rows</a:t>
                      </a:r>
                      <a:endParaRPr lang="en-IN" sz="18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buNone/>
                      </a:pPr>
                      <a:r>
                        <a:rPr lang="en-IN" sz="1800" u="none" strike="noStrike" dirty="0">
                          <a:effectLst/>
                        </a:rPr>
                        <a:t>Number of columns</a:t>
                      </a:r>
                      <a:endParaRPr lang="en-IN" sz="18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buNone/>
                      </a:pPr>
                      <a:r>
                        <a:rPr lang="en-IN" sz="1800" b="1" u="none" strike="noStrike" kern="1200" dirty="0">
                          <a:solidFill>
                            <a:schemeClr val="lt1"/>
                          </a:solidFill>
                          <a:effectLst/>
                          <a:latin typeface="+mn-lt"/>
                          <a:ea typeface="+mn-ea"/>
                          <a:cs typeface="+mn-cs"/>
                        </a:rPr>
                        <a:t>Unique HS4 lines</a:t>
                      </a:r>
                    </a:p>
                  </a:txBody>
                  <a:tcPr marL="9525" marR="9525" marT="9525" marB="0" anchor="b"/>
                </a:tc>
                <a:tc>
                  <a:txBody>
                    <a:bodyPr/>
                    <a:lstStyle/>
                    <a:p>
                      <a:pPr algn="l" fontAlgn="b">
                        <a:buNone/>
                      </a:pPr>
                      <a:r>
                        <a:rPr lang="en-IN" sz="1800" b="1" u="none" strike="noStrike" kern="1200" dirty="0">
                          <a:solidFill>
                            <a:schemeClr val="lt1"/>
                          </a:solidFill>
                          <a:effectLst/>
                          <a:latin typeface="+mn-lt"/>
                          <a:ea typeface="+mn-ea"/>
                          <a:cs typeface="+mn-cs"/>
                        </a:rPr>
                        <a:t>Unique HS6 lines</a:t>
                      </a:r>
                    </a:p>
                  </a:txBody>
                  <a:tcPr marL="9525" marR="9525" marT="9525" marB="0" anchor="b"/>
                </a:tc>
                <a:tc>
                  <a:txBody>
                    <a:bodyPr/>
                    <a:lstStyle/>
                    <a:p>
                      <a:pPr algn="l" fontAlgn="b">
                        <a:buNone/>
                      </a:pPr>
                      <a:r>
                        <a:rPr lang="en-IN" sz="1800" b="1" u="none" strike="noStrike" kern="1200" dirty="0">
                          <a:solidFill>
                            <a:schemeClr val="lt1"/>
                          </a:solidFill>
                          <a:effectLst/>
                          <a:latin typeface="+mn-lt"/>
                          <a:ea typeface="+mn-ea"/>
                          <a:cs typeface="+mn-cs"/>
                        </a:rPr>
                        <a:t>Unique partner countries</a:t>
                      </a:r>
                    </a:p>
                  </a:txBody>
                  <a:tcPr marL="9525" marR="9525" marT="9525" marB="0" anchor="b"/>
                </a:tc>
                <a:extLst>
                  <a:ext uri="{0D108BD9-81ED-4DB2-BD59-A6C34878D82A}">
                    <a16:rowId xmlns:a16="http://schemas.microsoft.com/office/drawing/2014/main" val="3645199838"/>
                  </a:ext>
                </a:extLst>
              </a:tr>
              <a:tr h="441878">
                <a:tc>
                  <a:txBody>
                    <a:bodyPr/>
                    <a:lstStyle/>
                    <a:p>
                      <a:pPr algn="l" fontAlgn="b">
                        <a:buNone/>
                      </a:pPr>
                      <a:r>
                        <a:rPr lang="en-IN" sz="1800" u="none" strike="noStrike" dirty="0">
                          <a:effectLst/>
                        </a:rPr>
                        <a:t>CHN 2023</a:t>
                      </a:r>
                      <a:endParaRPr lang="en-IN" sz="18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4.4 million</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7</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1220</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5391</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249</a:t>
                      </a:r>
                    </a:p>
                  </a:txBody>
                  <a:tcPr marL="9525" marR="9525" marT="9525" marB="0" anchor="b"/>
                </a:tc>
                <a:extLst>
                  <a:ext uri="{0D108BD9-81ED-4DB2-BD59-A6C34878D82A}">
                    <a16:rowId xmlns:a16="http://schemas.microsoft.com/office/drawing/2014/main" val="2245649911"/>
                  </a:ext>
                </a:extLst>
              </a:tr>
              <a:tr h="441878">
                <a:tc>
                  <a:txBody>
                    <a:bodyPr/>
                    <a:lstStyle/>
                    <a:p>
                      <a:pPr algn="l" fontAlgn="b">
                        <a:buNone/>
                      </a:pPr>
                      <a:r>
                        <a:rPr lang="en-IN" sz="1800" u="none" strike="noStrike" dirty="0">
                          <a:effectLst/>
                        </a:rPr>
                        <a:t>CHN 2024</a:t>
                      </a:r>
                      <a:endParaRPr lang="en-IN" sz="18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4.4 million</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7</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1219</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5378</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248</a:t>
                      </a:r>
                    </a:p>
                  </a:txBody>
                  <a:tcPr marL="9525" marR="9525" marT="9525" marB="0" anchor="b"/>
                </a:tc>
                <a:extLst>
                  <a:ext uri="{0D108BD9-81ED-4DB2-BD59-A6C34878D82A}">
                    <a16:rowId xmlns:a16="http://schemas.microsoft.com/office/drawing/2014/main" val="2124406063"/>
                  </a:ext>
                </a:extLst>
              </a:tr>
              <a:tr h="441878">
                <a:tc>
                  <a:txBody>
                    <a:bodyPr/>
                    <a:lstStyle/>
                    <a:p>
                      <a:pPr algn="l" fontAlgn="b">
                        <a:buNone/>
                      </a:pPr>
                      <a:r>
                        <a:rPr lang="en-IN" sz="1800" u="none" strike="noStrike" dirty="0">
                          <a:effectLst/>
                        </a:rPr>
                        <a:t>USA 2023</a:t>
                      </a:r>
                      <a:endParaRPr lang="en-IN" sz="18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4.2 million</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7</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kern="1200">
                          <a:solidFill>
                            <a:schemeClr val="dk1"/>
                          </a:solidFill>
                          <a:effectLst/>
                          <a:latin typeface="+mn-lt"/>
                          <a:ea typeface="+mn-ea"/>
                          <a:cs typeface="+mn-cs"/>
                        </a:rPr>
                        <a:t>1230</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5583</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229</a:t>
                      </a:r>
                    </a:p>
                  </a:txBody>
                  <a:tcPr marL="9525" marR="9525" marT="9525" marB="0" anchor="b"/>
                </a:tc>
                <a:extLst>
                  <a:ext uri="{0D108BD9-81ED-4DB2-BD59-A6C34878D82A}">
                    <a16:rowId xmlns:a16="http://schemas.microsoft.com/office/drawing/2014/main" val="3928243055"/>
                  </a:ext>
                </a:extLst>
              </a:tr>
              <a:tr h="441878">
                <a:tc>
                  <a:txBody>
                    <a:bodyPr/>
                    <a:lstStyle/>
                    <a:p>
                      <a:pPr algn="l" fontAlgn="b">
                        <a:buNone/>
                      </a:pPr>
                      <a:r>
                        <a:rPr lang="en-IN" sz="1800" u="none" strike="noStrike" dirty="0">
                          <a:effectLst/>
                        </a:rPr>
                        <a:t>USA 2024</a:t>
                      </a:r>
                      <a:endParaRPr lang="en-IN" sz="18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4.2 million</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dirty="0">
                          <a:effectLst/>
                        </a:rPr>
                        <a:t>7</a:t>
                      </a:r>
                      <a:endParaRPr lang="en-IN" sz="2000" b="1"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buNone/>
                      </a:pPr>
                      <a:r>
                        <a:rPr lang="en-IN" sz="2000" b="1" u="none" strike="noStrike" kern="1200">
                          <a:solidFill>
                            <a:schemeClr val="dk1"/>
                          </a:solidFill>
                          <a:effectLst/>
                          <a:latin typeface="+mn-lt"/>
                          <a:ea typeface="+mn-ea"/>
                          <a:cs typeface="+mn-cs"/>
                        </a:rPr>
                        <a:t>1229</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5583</a:t>
                      </a:r>
                    </a:p>
                  </a:txBody>
                  <a:tcPr marL="9525" marR="9525" marT="9525" marB="0" anchor="b"/>
                </a:tc>
                <a:tc>
                  <a:txBody>
                    <a:bodyPr/>
                    <a:lstStyle/>
                    <a:p>
                      <a:pPr algn="r" fontAlgn="b">
                        <a:buNone/>
                      </a:pPr>
                      <a:r>
                        <a:rPr lang="en-IN" sz="2000" b="1" u="none" strike="noStrike" kern="1200" dirty="0">
                          <a:solidFill>
                            <a:schemeClr val="dk1"/>
                          </a:solidFill>
                          <a:effectLst/>
                          <a:latin typeface="+mn-lt"/>
                          <a:ea typeface="+mn-ea"/>
                          <a:cs typeface="+mn-cs"/>
                        </a:rPr>
                        <a:t>229</a:t>
                      </a:r>
                    </a:p>
                  </a:txBody>
                  <a:tcPr marL="9525" marR="9525" marT="9525" marB="0" anchor="b"/>
                </a:tc>
                <a:extLst>
                  <a:ext uri="{0D108BD9-81ED-4DB2-BD59-A6C34878D82A}">
                    <a16:rowId xmlns:a16="http://schemas.microsoft.com/office/drawing/2014/main" val="2146717446"/>
                  </a:ext>
                </a:extLst>
              </a:tr>
            </a:tbl>
          </a:graphicData>
        </a:graphic>
      </p:graphicFrame>
      <p:sp>
        <p:nvSpPr>
          <p:cNvPr id="7" name="TextBox 6">
            <a:extLst>
              <a:ext uri="{FF2B5EF4-FFF2-40B4-BE49-F238E27FC236}">
                <a16:creationId xmlns:a16="http://schemas.microsoft.com/office/drawing/2014/main" id="{1915EBA8-A1B2-ED58-795F-A5C366B4EC7E}"/>
              </a:ext>
            </a:extLst>
          </p:cNvPr>
          <p:cNvSpPr txBox="1"/>
          <p:nvPr/>
        </p:nvSpPr>
        <p:spPr>
          <a:xfrm>
            <a:off x="732643" y="4772487"/>
            <a:ext cx="10748157" cy="1938992"/>
          </a:xfrm>
          <a:prstGeom prst="rect">
            <a:avLst/>
          </a:prstGeom>
          <a:noFill/>
        </p:spPr>
        <p:txBody>
          <a:bodyPr wrap="square">
            <a:spAutoFit/>
          </a:bodyPr>
          <a:lstStyle/>
          <a:p>
            <a:r>
              <a:rPr lang="en-IN" sz="2400" b="1" dirty="0"/>
              <a:t>Decision: The modelling and prediction will be at hs6 level, aggregated to hs4 during submission. No filtering out any hs6/hs4 to make the model generic and transferable to policy applications. </a:t>
            </a:r>
          </a:p>
          <a:p>
            <a:endParaRPr lang="en-IN" sz="2400" b="1" dirty="0">
              <a:solidFill>
                <a:srgbClr val="C00000"/>
              </a:solidFill>
            </a:endParaRPr>
          </a:p>
          <a:p>
            <a:r>
              <a:rPr lang="en-IN" sz="2400" b="1" i="1" dirty="0">
                <a:solidFill>
                  <a:srgbClr val="C00000"/>
                </a:solidFill>
              </a:rPr>
              <a:t>Do we need so many partners and all HS4 for this competition? </a:t>
            </a:r>
          </a:p>
        </p:txBody>
      </p:sp>
      <p:sp>
        <p:nvSpPr>
          <p:cNvPr id="8" name="TextBox 7">
            <a:extLst>
              <a:ext uri="{FF2B5EF4-FFF2-40B4-BE49-F238E27FC236}">
                <a16:creationId xmlns:a16="http://schemas.microsoft.com/office/drawing/2014/main" id="{484EF77C-D063-8692-EBC0-FE8DA483666F}"/>
              </a:ext>
            </a:extLst>
          </p:cNvPr>
          <p:cNvSpPr txBox="1"/>
          <p:nvPr/>
        </p:nvSpPr>
        <p:spPr>
          <a:xfrm>
            <a:off x="711200" y="4283486"/>
            <a:ext cx="9151480" cy="707886"/>
          </a:xfrm>
          <a:prstGeom prst="rect">
            <a:avLst/>
          </a:prstGeom>
          <a:noFill/>
        </p:spPr>
        <p:txBody>
          <a:bodyPr wrap="none" rtlCol="0">
            <a:spAutoFit/>
          </a:bodyPr>
          <a:lstStyle/>
          <a:p>
            <a:r>
              <a:rPr lang="en-US" sz="2000" b="1" u="sng" dirty="0"/>
              <a:t>Final seven columns:</a:t>
            </a:r>
            <a:r>
              <a:rPr lang="en-US" sz="2000" dirty="0"/>
              <a:t>  </a:t>
            </a:r>
            <a:r>
              <a:rPr lang="en-US" sz="2000" b="1" dirty="0">
                <a:solidFill>
                  <a:srgbClr val="C00000"/>
                </a:solidFill>
              </a:rPr>
              <a:t>[</a:t>
            </a:r>
            <a:r>
              <a:rPr lang="en-IN" sz="2000" b="1" dirty="0">
                <a:solidFill>
                  <a:srgbClr val="C00000"/>
                </a:solidFill>
              </a:rPr>
              <a:t>origin, destination, hs6, hs4, trade_flow, month, value]</a:t>
            </a:r>
          </a:p>
          <a:p>
            <a:endParaRPr lang="en-IN" sz="2000" b="1" dirty="0">
              <a:solidFill>
                <a:srgbClr val="C00000"/>
              </a:solidFill>
            </a:endParaRPr>
          </a:p>
        </p:txBody>
      </p:sp>
    </p:spTree>
    <p:extLst>
      <p:ext uri="{BB962C8B-B14F-4D97-AF65-F5344CB8AC3E}">
        <p14:creationId xmlns:p14="http://schemas.microsoft.com/office/powerpoint/2010/main" val="1981974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E537B-CA46-9706-08A8-E6D6E0AC5A32}"/>
              </a:ext>
            </a:extLst>
          </p:cNvPr>
          <p:cNvSpPr>
            <a:spLocks noGrp="1"/>
          </p:cNvSpPr>
          <p:nvPr>
            <p:ph type="title"/>
          </p:nvPr>
        </p:nvSpPr>
        <p:spPr>
          <a:xfrm>
            <a:off x="838200" y="206787"/>
            <a:ext cx="10515600" cy="897618"/>
          </a:xfrm>
        </p:spPr>
        <p:txBody>
          <a:bodyPr/>
          <a:lstStyle/>
          <a:p>
            <a:r>
              <a:rPr lang="en-US" dirty="0"/>
              <a:t>Picking partners </a:t>
            </a:r>
          </a:p>
        </p:txBody>
      </p:sp>
      <p:graphicFrame>
        <p:nvGraphicFramePr>
          <p:cNvPr id="6" name="Content Placeholder 5">
            <a:extLst>
              <a:ext uri="{FF2B5EF4-FFF2-40B4-BE49-F238E27FC236}">
                <a16:creationId xmlns:a16="http://schemas.microsoft.com/office/drawing/2014/main" id="{8B94A48C-15DD-3E20-1072-9CA6E7EA26EC}"/>
              </a:ext>
            </a:extLst>
          </p:cNvPr>
          <p:cNvGraphicFramePr>
            <a:graphicFrameLocks noGrp="1"/>
          </p:cNvGraphicFramePr>
          <p:nvPr>
            <p:ph idx="1"/>
            <p:extLst>
              <p:ext uri="{D42A27DB-BD31-4B8C-83A1-F6EECF244321}">
                <p14:modId xmlns:p14="http://schemas.microsoft.com/office/powerpoint/2010/main" val="1393909736"/>
              </p:ext>
            </p:extLst>
          </p:nvPr>
        </p:nvGraphicFramePr>
        <p:xfrm>
          <a:off x="2104571" y="3889828"/>
          <a:ext cx="7910285" cy="2322285"/>
        </p:xfrm>
        <a:graphic>
          <a:graphicData uri="http://schemas.openxmlformats.org/drawingml/2006/table">
            <a:tbl>
              <a:tblPr/>
              <a:tblGrid>
                <a:gridCol w="807929">
                  <a:extLst>
                    <a:ext uri="{9D8B030D-6E8A-4147-A177-3AD203B41FA5}">
                      <a16:colId xmlns:a16="http://schemas.microsoft.com/office/drawing/2014/main" val="556206204"/>
                    </a:ext>
                  </a:extLst>
                </a:gridCol>
                <a:gridCol w="1203649">
                  <a:extLst>
                    <a:ext uri="{9D8B030D-6E8A-4147-A177-3AD203B41FA5}">
                      <a16:colId xmlns:a16="http://schemas.microsoft.com/office/drawing/2014/main" val="2275123681"/>
                    </a:ext>
                  </a:extLst>
                </a:gridCol>
                <a:gridCol w="1187162">
                  <a:extLst>
                    <a:ext uri="{9D8B030D-6E8A-4147-A177-3AD203B41FA5}">
                      <a16:colId xmlns:a16="http://schemas.microsoft.com/office/drawing/2014/main" val="470755164"/>
                    </a:ext>
                  </a:extLst>
                </a:gridCol>
                <a:gridCol w="1817840">
                  <a:extLst>
                    <a:ext uri="{9D8B030D-6E8A-4147-A177-3AD203B41FA5}">
                      <a16:colId xmlns:a16="http://schemas.microsoft.com/office/drawing/2014/main" val="836730032"/>
                    </a:ext>
                  </a:extLst>
                </a:gridCol>
                <a:gridCol w="1817840">
                  <a:extLst>
                    <a:ext uri="{9D8B030D-6E8A-4147-A177-3AD203B41FA5}">
                      <a16:colId xmlns:a16="http://schemas.microsoft.com/office/drawing/2014/main" val="3321064036"/>
                    </a:ext>
                  </a:extLst>
                </a:gridCol>
                <a:gridCol w="1075865">
                  <a:extLst>
                    <a:ext uri="{9D8B030D-6E8A-4147-A177-3AD203B41FA5}">
                      <a16:colId xmlns:a16="http://schemas.microsoft.com/office/drawing/2014/main" val="440795109"/>
                    </a:ext>
                  </a:extLst>
                </a:gridCol>
              </a:tblGrid>
              <a:tr h="464457">
                <a:tc>
                  <a:txBody>
                    <a:bodyPr/>
                    <a:lstStyle/>
                    <a:p>
                      <a:pPr algn="l" fontAlgn="b">
                        <a:buNone/>
                      </a:pPr>
                      <a:r>
                        <a:rPr lang="en-IN" sz="1600" b="1" i="0" u="none" strike="noStrike">
                          <a:solidFill>
                            <a:srgbClr val="FFFFFF"/>
                          </a:solidFill>
                          <a:effectLst/>
                          <a:latin typeface="Aptos Narrow" panose="020B0004020202020204" pitchFamily="34" charset="0"/>
                        </a:rPr>
                        <a:t>origin</a:t>
                      </a:r>
                    </a:p>
                  </a:txBody>
                  <a:tcPr marL="9525" marR="9525" marT="9525"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n-IN" sz="1600" b="1" i="0" u="none" strike="noStrike">
                          <a:solidFill>
                            <a:srgbClr val="FFFFFF"/>
                          </a:solidFill>
                          <a:effectLst/>
                          <a:latin typeface="Aptos Narrow" panose="020B0004020202020204" pitchFamily="34" charset="0"/>
                        </a:rPr>
                        <a:t>trade_flow</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n-IN" sz="1600" b="1" i="0" u="none" strike="noStrike">
                          <a:solidFill>
                            <a:srgbClr val="FFFFFF"/>
                          </a:solidFill>
                          <a:effectLst/>
                          <a:latin typeface="Aptos Narrow" panose="020B0004020202020204" pitchFamily="34" charset="0"/>
                        </a:rPr>
                        <a:t>row_count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n-IN" sz="1600" b="1" i="0" u="none" strike="noStrike">
                          <a:solidFill>
                            <a:srgbClr val="FFFFFF"/>
                          </a:solidFill>
                          <a:effectLst/>
                          <a:latin typeface="Aptos Narrow" panose="020B0004020202020204" pitchFamily="34" charset="0"/>
                        </a:rPr>
                        <a:t>unique_hs6_count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n-IN" sz="1600" b="1" i="0" u="none" strike="noStrike">
                          <a:solidFill>
                            <a:srgbClr val="FFFFFF"/>
                          </a:solidFill>
                          <a:effectLst/>
                          <a:latin typeface="Aptos Narrow" panose="020B0004020202020204" pitchFamily="34" charset="0"/>
                        </a:rPr>
                        <a:t>unique_hs4_count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tc>
                  <a:txBody>
                    <a:bodyPr/>
                    <a:lstStyle/>
                    <a:p>
                      <a:pPr algn="l" fontAlgn="b">
                        <a:buNone/>
                      </a:pPr>
                      <a:r>
                        <a:rPr lang="en-IN" sz="1600" b="1" i="0" u="none" strike="noStrike">
                          <a:solidFill>
                            <a:srgbClr val="FFFFFF"/>
                          </a:solidFill>
                          <a:effectLst/>
                          <a:latin typeface="Aptos Narrow" panose="020B0004020202020204" pitchFamily="34" charset="0"/>
                        </a:rPr>
                        <a:t>Partners</a:t>
                      </a:r>
                    </a:p>
                  </a:txBody>
                  <a:tcPr marL="9525" marR="9525" marT="9525"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156082"/>
                    </a:solidFill>
                  </a:tcPr>
                </a:tc>
                <a:extLst>
                  <a:ext uri="{0D108BD9-81ED-4DB2-BD59-A6C34878D82A}">
                    <a16:rowId xmlns:a16="http://schemas.microsoft.com/office/drawing/2014/main" val="1342005198"/>
                  </a:ext>
                </a:extLst>
              </a:tr>
              <a:tr h="464457">
                <a:tc>
                  <a:txBody>
                    <a:bodyPr/>
                    <a:lstStyle/>
                    <a:p>
                      <a:pPr algn="l" fontAlgn="b">
                        <a:buNone/>
                      </a:pPr>
                      <a:r>
                        <a:rPr lang="en-IN" sz="1600" b="1" i="0" u="none" strike="noStrike" dirty="0">
                          <a:solidFill>
                            <a:srgbClr val="000000"/>
                          </a:solidFill>
                          <a:effectLst/>
                          <a:latin typeface="Aptos Narrow" panose="020B0004020202020204" pitchFamily="34" charset="0"/>
                        </a:rPr>
                        <a:t>CHN</a:t>
                      </a:r>
                    </a:p>
                  </a:txBody>
                  <a:tcPr marL="9525" marR="9525" marT="9525"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buNone/>
                      </a:pPr>
                      <a:r>
                        <a:rPr lang="en-IN" sz="1600" b="1" i="0" u="none" strike="noStrike" dirty="0">
                          <a:solidFill>
                            <a:srgbClr val="000000"/>
                          </a:solidFill>
                          <a:effectLst/>
                          <a:latin typeface="Aptos Narrow" panose="020B0004020202020204" pitchFamily="34" charset="0"/>
                        </a:rPr>
                        <a:t>Export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0" i="0" u="none" strike="noStrike" dirty="0">
                          <a:solidFill>
                            <a:srgbClr val="000000"/>
                          </a:solidFill>
                          <a:effectLst/>
                          <a:latin typeface="Aptos Narrow" panose="020B0004020202020204" pitchFamily="34" charset="0"/>
                        </a:rPr>
                        <a:t>3059124</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0" i="0" u="none" strike="noStrike" dirty="0">
                          <a:solidFill>
                            <a:srgbClr val="000000"/>
                          </a:solidFill>
                          <a:effectLst/>
                          <a:latin typeface="Aptos Narrow" panose="020B0004020202020204" pitchFamily="34" charset="0"/>
                        </a:rPr>
                        <a:t>5283</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0" i="0" u="none" strike="noStrike">
                          <a:solidFill>
                            <a:srgbClr val="000000"/>
                          </a:solidFill>
                          <a:effectLst/>
                          <a:latin typeface="Aptos Narrow" panose="020B0004020202020204" pitchFamily="34" charset="0"/>
                        </a:rPr>
                        <a:t>1217</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1" i="0" u="none" strike="noStrike" dirty="0">
                          <a:solidFill>
                            <a:srgbClr val="C00000"/>
                          </a:solidFill>
                          <a:effectLst/>
                          <a:latin typeface="Aptos Narrow" panose="020B0004020202020204" pitchFamily="34" charset="0"/>
                        </a:rPr>
                        <a:t>30</a:t>
                      </a:r>
                    </a:p>
                  </a:txBody>
                  <a:tcPr marL="9525" marR="9525" marT="9525"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503609492"/>
                  </a:ext>
                </a:extLst>
              </a:tr>
              <a:tr h="464457">
                <a:tc>
                  <a:txBody>
                    <a:bodyPr/>
                    <a:lstStyle/>
                    <a:p>
                      <a:pPr algn="l" fontAlgn="b">
                        <a:buNone/>
                      </a:pPr>
                      <a:r>
                        <a:rPr lang="en-IN" sz="1600" b="1" i="0" u="none" strike="noStrike" dirty="0">
                          <a:solidFill>
                            <a:srgbClr val="000000"/>
                          </a:solidFill>
                          <a:effectLst/>
                          <a:latin typeface="Aptos Narrow" panose="020B0004020202020204" pitchFamily="34" charset="0"/>
                        </a:rPr>
                        <a:t>CHN</a:t>
                      </a:r>
                    </a:p>
                  </a:txBody>
                  <a:tcPr marL="9525" marR="9525" marT="9525"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buNone/>
                      </a:pPr>
                      <a:r>
                        <a:rPr lang="en-IN" sz="1600" b="1" i="0" u="none" strike="noStrike" dirty="0">
                          <a:solidFill>
                            <a:srgbClr val="000000"/>
                          </a:solidFill>
                          <a:effectLst/>
                          <a:latin typeface="Aptos Narrow" panose="020B0004020202020204" pitchFamily="34" charset="0"/>
                        </a:rPr>
                        <a:t>Import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0" i="0" u="none" strike="noStrike" dirty="0">
                          <a:solidFill>
                            <a:srgbClr val="000000"/>
                          </a:solidFill>
                          <a:effectLst/>
                          <a:latin typeface="Aptos Narrow" panose="020B0004020202020204" pitchFamily="34" charset="0"/>
                        </a:rPr>
                        <a:t>1261279</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0" i="0" u="none" strike="noStrike" dirty="0">
                          <a:solidFill>
                            <a:srgbClr val="000000"/>
                          </a:solidFill>
                          <a:effectLst/>
                          <a:latin typeface="Aptos Narrow" panose="020B0004020202020204" pitchFamily="34" charset="0"/>
                        </a:rPr>
                        <a:t>5118</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0" i="0" u="none" strike="noStrike" dirty="0">
                          <a:solidFill>
                            <a:srgbClr val="000000"/>
                          </a:solidFill>
                          <a:effectLst/>
                          <a:latin typeface="Aptos Narrow" panose="020B0004020202020204" pitchFamily="34" charset="0"/>
                        </a:rPr>
                        <a:t>1199</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1" i="0" u="none" strike="noStrike" dirty="0">
                          <a:solidFill>
                            <a:srgbClr val="C00000"/>
                          </a:solidFill>
                          <a:effectLst/>
                          <a:latin typeface="Aptos Narrow" panose="020B0004020202020204" pitchFamily="34" charset="0"/>
                        </a:rPr>
                        <a:t>29</a:t>
                      </a:r>
                    </a:p>
                  </a:txBody>
                  <a:tcPr marL="9525" marR="9525" marT="9525"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232918593"/>
                  </a:ext>
                </a:extLst>
              </a:tr>
              <a:tr h="464457">
                <a:tc>
                  <a:txBody>
                    <a:bodyPr/>
                    <a:lstStyle/>
                    <a:p>
                      <a:pPr algn="l" fontAlgn="b">
                        <a:buNone/>
                      </a:pPr>
                      <a:r>
                        <a:rPr lang="en-IN" sz="1600" b="1" i="0" u="none" strike="noStrike" dirty="0">
                          <a:solidFill>
                            <a:srgbClr val="000000"/>
                          </a:solidFill>
                          <a:effectLst/>
                          <a:latin typeface="Aptos Narrow" panose="020B0004020202020204" pitchFamily="34" charset="0"/>
                        </a:rPr>
                        <a:t>USA</a:t>
                      </a:r>
                    </a:p>
                  </a:txBody>
                  <a:tcPr marL="9525" marR="9525" marT="9525"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buNone/>
                      </a:pPr>
                      <a:r>
                        <a:rPr lang="en-IN" sz="1600" b="1" i="0" u="none" strike="noStrike" dirty="0">
                          <a:solidFill>
                            <a:srgbClr val="000000"/>
                          </a:solidFill>
                          <a:effectLst/>
                          <a:latin typeface="Aptos Narrow" panose="020B0004020202020204" pitchFamily="34" charset="0"/>
                        </a:rPr>
                        <a:t>Export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0" i="0" u="none" strike="noStrike" dirty="0">
                          <a:solidFill>
                            <a:srgbClr val="000000"/>
                          </a:solidFill>
                          <a:effectLst/>
                          <a:latin typeface="Aptos Narrow" panose="020B0004020202020204" pitchFamily="34" charset="0"/>
                        </a:rPr>
                        <a:t>2605360</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0" i="0" u="none" strike="noStrike" dirty="0">
                          <a:solidFill>
                            <a:srgbClr val="000000"/>
                          </a:solidFill>
                          <a:effectLst/>
                          <a:latin typeface="Aptos Narrow" panose="020B0004020202020204" pitchFamily="34" charset="0"/>
                        </a:rPr>
                        <a:t>5559</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0" i="0" u="none" strike="noStrike" dirty="0">
                          <a:solidFill>
                            <a:srgbClr val="000000"/>
                          </a:solidFill>
                          <a:effectLst/>
                          <a:latin typeface="Aptos Narrow" panose="020B0004020202020204" pitchFamily="34" charset="0"/>
                        </a:rPr>
                        <a:t>1228</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r" fontAlgn="b">
                        <a:buNone/>
                      </a:pPr>
                      <a:r>
                        <a:rPr lang="en-IN" sz="1600" b="1" i="0" u="none" strike="noStrike" dirty="0">
                          <a:solidFill>
                            <a:srgbClr val="C00000"/>
                          </a:solidFill>
                          <a:effectLst/>
                          <a:latin typeface="Aptos Narrow" panose="020B0004020202020204" pitchFamily="34" charset="0"/>
                        </a:rPr>
                        <a:t>30</a:t>
                      </a:r>
                    </a:p>
                  </a:txBody>
                  <a:tcPr marL="9525" marR="9525" marT="9525"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875057281"/>
                  </a:ext>
                </a:extLst>
              </a:tr>
              <a:tr h="464457">
                <a:tc>
                  <a:txBody>
                    <a:bodyPr/>
                    <a:lstStyle/>
                    <a:p>
                      <a:pPr algn="l" fontAlgn="b">
                        <a:buNone/>
                      </a:pPr>
                      <a:r>
                        <a:rPr lang="en-IN" sz="1600" b="1" i="0" u="none" strike="noStrike">
                          <a:solidFill>
                            <a:srgbClr val="000000"/>
                          </a:solidFill>
                          <a:effectLst/>
                          <a:latin typeface="Aptos Narrow" panose="020B0004020202020204" pitchFamily="34" charset="0"/>
                        </a:rPr>
                        <a:t>USA</a:t>
                      </a:r>
                    </a:p>
                  </a:txBody>
                  <a:tcPr marL="9525" marR="9525" marT="9525"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buNone/>
                      </a:pPr>
                      <a:r>
                        <a:rPr lang="en-IN" sz="1600" b="1" i="0" u="none" strike="noStrike" dirty="0">
                          <a:solidFill>
                            <a:srgbClr val="000000"/>
                          </a:solidFill>
                          <a:effectLst/>
                          <a:latin typeface="Aptos Narrow" panose="020B0004020202020204" pitchFamily="34" charset="0"/>
                        </a:rPr>
                        <a:t>Import</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0" i="0" u="none" strike="noStrike">
                          <a:solidFill>
                            <a:srgbClr val="000000"/>
                          </a:solidFill>
                          <a:effectLst/>
                          <a:latin typeface="Aptos Narrow" panose="020B0004020202020204" pitchFamily="34" charset="0"/>
                        </a:rPr>
                        <a:t>2247491</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0" i="0" u="none" strike="noStrike">
                          <a:solidFill>
                            <a:srgbClr val="000000"/>
                          </a:solidFill>
                          <a:effectLst/>
                          <a:latin typeface="Aptos Narrow" panose="020B0004020202020204" pitchFamily="34" charset="0"/>
                        </a:rPr>
                        <a:t>5534</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0" i="0" u="none" strike="noStrike" dirty="0">
                          <a:solidFill>
                            <a:srgbClr val="000000"/>
                          </a:solidFill>
                          <a:effectLst/>
                          <a:latin typeface="Aptos Narrow" panose="020B0004020202020204" pitchFamily="34" charset="0"/>
                        </a:rPr>
                        <a:t>1228</a:t>
                      </a:r>
                    </a:p>
                  </a:txBody>
                  <a:tcPr marL="9525" marR="9525" marT="9525" marB="0" anchor="b">
                    <a:lnL>
                      <a:noFill/>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r" fontAlgn="b">
                        <a:buNone/>
                      </a:pPr>
                      <a:r>
                        <a:rPr lang="en-IN" sz="1600" b="1" i="0" u="none" strike="noStrike" dirty="0">
                          <a:solidFill>
                            <a:srgbClr val="C00000"/>
                          </a:solidFill>
                          <a:effectLst/>
                          <a:latin typeface="Aptos Narrow" panose="020B0004020202020204" pitchFamily="34" charset="0"/>
                        </a:rPr>
                        <a:t>30</a:t>
                      </a:r>
                    </a:p>
                  </a:txBody>
                  <a:tcPr marL="9525" marR="9525" marT="9525"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1478608815"/>
                  </a:ext>
                </a:extLst>
              </a:tr>
            </a:tbl>
          </a:graphicData>
        </a:graphic>
      </p:graphicFrame>
      <p:sp>
        <p:nvSpPr>
          <p:cNvPr id="7" name="Content Placeholder 2">
            <a:extLst>
              <a:ext uri="{FF2B5EF4-FFF2-40B4-BE49-F238E27FC236}">
                <a16:creationId xmlns:a16="http://schemas.microsoft.com/office/drawing/2014/main" id="{0E5AE00F-325D-5BDA-D661-3EE8CD66A2BA}"/>
              </a:ext>
            </a:extLst>
          </p:cNvPr>
          <p:cNvSpPr txBox="1">
            <a:spLocks/>
          </p:cNvSpPr>
          <p:nvPr/>
        </p:nvSpPr>
        <p:spPr>
          <a:xfrm>
            <a:off x="838200" y="1104405"/>
            <a:ext cx="10515600" cy="2785424"/>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C00000"/>
                </a:solidFill>
              </a:rPr>
              <a:t>Four datasets</a:t>
            </a:r>
            <a:r>
              <a:rPr lang="en-US" dirty="0"/>
              <a:t> for CHN/USA and </a:t>
            </a:r>
            <a:r>
              <a:rPr lang="en-US" err="1"/>
              <a:t>trade_flow</a:t>
            </a:r>
            <a:r>
              <a:rPr lang="en-US" dirty="0"/>
              <a:t> pairs. </a:t>
            </a:r>
          </a:p>
          <a:p>
            <a:r>
              <a:rPr lang="en-US" dirty="0"/>
              <a:t>Top 30 partners for trade flows were retained - &gt; </a:t>
            </a:r>
            <a:r>
              <a:rPr lang="en-US" dirty="0">
                <a:solidFill>
                  <a:srgbClr val="C00000"/>
                </a:solidFill>
              </a:rPr>
              <a:t>led to significant row reduction, zooming into the problem space</a:t>
            </a:r>
          </a:p>
          <a:p>
            <a:r>
              <a:rPr lang="en-US" dirty="0"/>
              <a:t>Based on the clean up and selection, </a:t>
            </a:r>
            <a:r>
              <a:rPr lang="en-US" dirty="0">
                <a:solidFill>
                  <a:srgbClr val="C00000"/>
                </a:solidFill>
              </a:rPr>
              <a:t>around 9.17 million rows </a:t>
            </a:r>
            <a:r>
              <a:rPr lang="en-US" dirty="0"/>
              <a:t>of total data was retained as shown in the table below. </a:t>
            </a:r>
          </a:p>
          <a:p>
            <a:r>
              <a:rPr lang="en-US" dirty="0">
                <a:solidFill>
                  <a:srgbClr val="C00000"/>
                </a:solidFill>
              </a:rPr>
              <a:t>The data covered the period from Jan 2023 to July 2025 for USA and August 2025 for CHN. </a:t>
            </a:r>
          </a:p>
          <a:p>
            <a:pPr lvl="1"/>
            <a:endParaRPr lang="en-US" dirty="0"/>
          </a:p>
        </p:txBody>
      </p:sp>
    </p:spTree>
    <p:extLst>
      <p:ext uri="{BB962C8B-B14F-4D97-AF65-F5344CB8AC3E}">
        <p14:creationId xmlns:p14="http://schemas.microsoft.com/office/powerpoint/2010/main" val="204949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34E02-23E1-DDE2-2FEE-9AE5431BF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58546-EC4E-A980-34ED-409249128E58}"/>
              </a:ext>
            </a:extLst>
          </p:cNvPr>
          <p:cNvSpPr>
            <a:spLocks noGrp="1"/>
          </p:cNvSpPr>
          <p:nvPr>
            <p:ph type="title"/>
          </p:nvPr>
        </p:nvSpPr>
        <p:spPr>
          <a:xfrm>
            <a:off x="479394" y="1070800"/>
            <a:ext cx="3939688" cy="4320597"/>
          </a:xfrm>
        </p:spPr>
        <p:txBody>
          <a:bodyPr>
            <a:normAutofit/>
          </a:bodyPr>
          <a:lstStyle/>
          <a:p>
            <a:pPr algn="r"/>
            <a:r>
              <a:rPr lang="en-US" sz="5600" dirty="0"/>
              <a:t>Flow of the presentation</a:t>
            </a:r>
          </a:p>
        </p:txBody>
      </p:sp>
      <p:graphicFrame>
        <p:nvGraphicFramePr>
          <p:cNvPr id="5" name="Content Placeholder 2">
            <a:extLst>
              <a:ext uri="{FF2B5EF4-FFF2-40B4-BE49-F238E27FC236}">
                <a16:creationId xmlns:a16="http://schemas.microsoft.com/office/drawing/2014/main" id="{452B9127-0459-1337-3D00-E8DC676FA5FC}"/>
              </a:ext>
            </a:extLst>
          </p:cNvPr>
          <p:cNvGraphicFramePr>
            <a:graphicFrameLocks noGrp="1"/>
          </p:cNvGraphicFramePr>
          <p:nvPr>
            <p:ph idx="1"/>
            <p:extLst>
              <p:ext uri="{D42A27DB-BD31-4B8C-83A1-F6EECF244321}">
                <p14:modId xmlns:p14="http://schemas.microsoft.com/office/powerpoint/2010/main" val="1241658415"/>
              </p:ext>
            </p:extLst>
          </p:nvPr>
        </p:nvGraphicFramePr>
        <p:xfrm>
          <a:off x="4898476" y="261258"/>
          <a:ext cx="6814119" cy="6398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eft Arrow 2">
            <a:extLst>
              <a:ext uri="{FF2B5EF4-FFF2-40B4-BE49-F238E27FC236}">
                <a16:creationId xmlns:a16="http://schemas.microsoft.com/office/drawing/2014/main" id="{47BBF5E8-B571-4AFA-ACF9-9E2CBAB4F8D3}"/>
              </a:ext>
            </a:extLst>
          </p:cNvPr>
          <p:cNvSpPr/>
          <p:nvPr/>
        </p:nvSpPr>
        <p:spPr>
          <a:xfrm>
            <a:off x="10696584" y="2815772"/>
            <a:ext cx="1436914" cy="26125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8740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9289-4749-152C-3A12-4E94C206245B}"/>
              </a:ext>
            </a:extLst>
          </p:cNvPr>
          <p:cNvSpPr>
            <a:spLocks noGrp="1"/>
          </p:cNvSpPr>
          <p:nvPr>
            <p:ph type="title"/>
          </p:nvPr>
        </p:nvSpPr>
        <p:spPr>
          <a:xfrm>
            <a:off x="838200" y="252969"/>
            <a:ext cx="10515600" cy="739280"/>
          </a:xfrm>
        </p:spPr>
        <p:txBody>
          <a:bodyPr/>
          <a:lstStyle/>
          <a:p>
            <a:r>
              <a:rPr lang="en-US" dirty="0"/>
              <a:t>Feature Engineering</a:t>
            </a:r>
          </a:p>
        </p:txBody>
      </p:sp>
      <p:sp>
        <p:nvSpPr>
          <p:cNvPr id="3" name="Content Placeholder 2">
            <a:extLst>
              <a:ext uri="{FF2B5EF4-FFF2-40B4-BE49-F238E27FC236}">
                <a16:creationId xmlns:a16="http://schemas.microsoft.com/office/drawing/2014/main" id="{D54D671C-E03B-D078-925B-E76CA035A9BE}"/>
              </a:ext>
            </a:extLst>
          </p:cNvPr>
          <p:cNvSpPr>
            <a:spLocks noGrp="1"/>
          </p:cNvSpPr>
          <p:nvPr>
            <p:ph idx="1"/>
          </p:nvPr>
        </p:nvSpPr>
        <p:spPr>
          <a:xfrm>
            <a:off x="838200" y="1104405"/>
            <a:ext cx="10515600" cy="5155685"/>
          </a:xfrm>
        </p:spPr>
        <p:txBody>
          <a:bodyPr>
            <a:normAutofit/>
          </a:bodyPr>
          <a:lstStyle/>
          <a:p>
            <a:r>
              <a:rPr lang="en-US" dirty="0"/>
              <a:t>What could be the simplest possible approach in terms of modelling the features? </a:t>
            </a:r>
          </a:p>
          <a:p>
            <a:r>
              <a:rPr lang="en-US" dirty="0"/>
              <a:t>What’s the least number of features that I can add, while not leaving something important?</a:t>
            </a:r>
          </a:p>
          <a:p>
            <a:r>
              <a:rPr lang="en-US" dirty="0"/>
              <a:t>What other things matter for prediction?</a:t>
            </a:r>
          </a:p>
          <a:p>
            <a:pPr lvl="1">
              <a:buFont typeface="Wingdings" pitchFamily="2" charset="2"/>
              <a:buChar char="Ø"/>
            </a:pPr>
            <a:r>
              <a:rPr lang="en-US" dirty="0">
                <a:solidFill>
                  <a:srgbClr val="C00000"/>
                </a:solidFill>
              </a:rPr>
              <a:t>GDP growth</a:t>
            </a:r>
          </a:p>
          <a:p>
            <a:pPr lvl="1">
              <a:buFont typeface="Wingdings" pitchFamily="2" charset="2"/>
              <a:buChar char="Ø"/>
            </a:pPr>
            <a:r>
              <a:rPr lang="en-US" dirty="0">
                <a:solidFill>
                  <a:srgbClr val="C00000"/>
                </a:solidFill>
              </a:rPr>
              <a:t>Exchange rate</a:t>
            </a:r>
          </a:p>
          <a:p>
            <a:pPr lvl="1">
              <a:buFont typeface="Wingdings" pitchFamily="2" charset="2"/>
              <a:buChar char="Ø"/>
            </a:pPr>
            <a:r>
              <a:rPr lang="en-US" dirty="0">
                <a:solidFill>
                  <a:srgbClr val="C00000"/>
                </a:solidFill>
              </a:rPr>
              <a:t>Tariff and non-tariff changes</a:t>
            </a:r>
          </a:p>
          <a:p>
            <a:pPr lvl="1">
              <a:buFont typeface="Wingdings" pitchFamily="2" charset="2"/>
              <a:buChar char="Ø"/>
            </a:pPr>
            <a:r>
              <a:rPr lang="en-US" dirty="0">
                <a:solidFill>
                  <a:srgbClr val="C00000"/>
                </a:solidFill>
              </a:rPr>
              <a:t>Shipping cost and supply chain dynamics</a:t>
            </a:r>
          </a:p>
          <a:p>
            <a:pPr lvl="1">
              <a:buFont typeface="Wingdings" pitchFamily="2" charset="2"/>
              <a:buChar char="Ø"/>
            </a:pPr>
            <a:r>
              <a:rPr lang="en-US" dirty="0">
                <a:solidFill>
                  <a:srgbClr val="C00000"/>
                </a:solidFill>
              </a:rPr>
              <a:t>Geopolitics</a:t>
            </a:r>
          </a:p>
          <a:p>
            <a:pPr lvl="1">
              <a:buFont typeface="Wingdings" pitchFamily="2" charset="2"/>
              <a:buChar char="Ø"/>
            </a:pPr>
            <a:r>
              <a:rPr lang="en-US" dirty="0">
                <a:solidFill>
                  <a:srgbClr val="C00000"/>
                </a:solidFill>
              </a:rPr>
              <a:t>FTAs</a:t>
            </a:r>
          </a:p>
          <a:p>
            <a:pPr lvl="1">
              <a:buFont typeface="Wingdings" pitchFamily="2" charset="2"/>
              <a:buChar char="Ø"/>
            </a:pPr>
            <a:r>
              <a:rPr lang="en-US" dirty="0">
                <a:solidFill>
                  <a:srgbClr val="C00000"/>
                </a:solidFill>
              </a:rPr>
              <a:t>Unknown unknowns</a:t>
            </a:r>
          </a:p>
        </p:txBody>
      </p:sp>
    </p:spTree>
    <p:extLst>
      <p:ext uri="{BB962C8B-B14F-4D97-AF65-F5344CB8AC3E}">
        <p14:creationId xmlns:p14="http://schemas.microsoft.com/office/powerpoint/2010/main" val="2756381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30388-3EF3-A054-B6CC-5306D56DD349}"/>
              </a:ext>
            </a:extLst>
          </p:cNvPr>
          <p:cNvSpPr>
            <a:spLocks noGrp="1"/>
          </p:cNvSpPr>
          <p:nvPr>
            <p:ph type="title"/>
          </p:nvPr>
        </p:nvSpPr>
        <p:spPr>
          <a:xfrm>
            <a:off x="838200" y="508000"/>
            <a:ext cx="10515600" cy="928914"/>
          </a:xfrm>
        </p:spPr>
        <p:txBody>
          <a:bodyPr vert="horz" lIns="91440" tIns="45720" rIns="91440" bIns="45720" rtlCol="0" anchor="ctr">
            <a:noAutofit/>
          </a:bodyPr>
          <a:lstStyle/>
          <a:p>
            <a:r>
              <a:rPr lang="en-IN" dirty="0"/>
              <a:t>Leo </a:t>
            </a:r>
            <a:r>
              <a:rPr lang="en-IN" dirty="0" err="1"/>
              <a:t>Breiman’s</a:t>
            </a:r>
            <a:r>
              <a:rPr lang="en-IN" dirty="0"/>
              <a:t> second culture way</a:t>
            </a:r>
            <a:br>
              <a:rPr lang="en-IN" dirty="0"/>
            </a:br>
            <a:endParaRPr lang="en-US" dirty="0"/>
          </a:p>
        </p:txBody>
      </p:sp>
      <p:pic>
        <p:nvPicPr>
          <p:cNvPr id="5" name="Content Placeholder 4" descr="A diagram of a tree model&#10;&#10;AI-generated content may be incorrect.">
            <a:extLst>
              <a:ext uri="{FF2B5EF4-FFF2-40B4-BE49-F238E27FC236}">
                <a16:creationId xmlns:a16="http://schemas.microsoft.com/office/drawing/2014/main" id="{AE0423DB-3B6C-4321-5F55-4C6DCFFDF9A2}"/>
              </a:ext>
            </a:extLst>
          </p:cNvPr>
          <p:cNvPicPr>
            <a:picLocks noGrp="1" noChangeAspect="1"/>
          </p:cNvPicPr>
          <p:nvPr>
            <p:ph idx="1"/>
          </p:nvPr>
        </p:nvPicPr>
        <p:blipFill>
          <a:blip r:embed="rId3"/>
          <a:stretch>
            <a:fillRect/>
          </a:stretch>
        </p:blipFill>
        <p:spPr>
          <a:xfrm>
            <a:off x="2264229" y="1311326"/>
            <a:ext cx="7561942" cy="4673700"/>
          </a:xfrm>
        </p:spPr>
      </p:pic>
      <p:sp>
        <p:nvSpPr>
          <p:cNvPr id="6" name="TextBox 5">
            <a:extLst>
              <a:ext uri="{FF2B5EF4-FFF2-40B4-BE49-F238E27FC236}">
                <a16:creationId xmlns:a16="http://schemas.microsoft.com/office/drawing/2014/main" id="{4A7C1DE6-5F6D-9443-C7FD-F0A6270F0202}"/>
              </a:ext>
            </a:extLst>
          </p:cNvPr>
          <p:cNvSpPr txBox="1"/>
          <p:nvPr/>
        </p:nvSpPr>
        <p:spPr>
          <a:xfrm>
            <a:off x="3010155" y="6350000"/>
            <a:ext cx="6171690" cy="369332"/>
          </a:xfrm>
          <a:prstGeom prst="rect">
            <a:avLst/>
          </a:prstGeom>
          <a:noFill/>
        </p:spPr>
        <p:txBody>
          <a:bodyPr wrap="none" rtlCol="0">
            <a:spAutoFit/>
          </a:bodyPr>
          <a:lstStyle/>
          <a:p>
            <a:r>
              <a:rPr lang="en-US" i="1" dirty="0"/>
              <a:t>From: Statistical modelling: The two cultures by Leo </a:t>
            </a:r>
            <a:r>
              <a:rPr lang="en-US" i="1" dirty="0" err="1"/>
              <a:t>Breiman</a:t>
            </a:r>
            <a:endParaRPr lang="en-US" i="1" dirty="0"/>
          </a:p>
        </p:txBody>
      </p:sp>
    </p:spTree>
    <p:extLst>
      <p:ext uri="{BB962C8B-B14F-4D97-AF65-F5344CB8AC3E}">
        <p14:creationId xmlns:p14="http://schemas.microsoft.com/office/powerpoint/2010/main" val="2495556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7A7D6-A065-877F-F94A-FCAF123F1A3E}"/>
              </a:ext>
            </a:extLst>
          </p:cNvPr>
          <p:cNvSpPr>
            <a:spLocks noGrp="1"/>
          </p:cNvSpPr>
          <p:nvPr>
            <p:ph type="title"/>
          </p:nvPr>
        </p:nvSpPr>
        <p:spPr>
          <a:xfrm>
            <a:off x="838200" y="365125"/>
            <a:ext cx="10515600" cy="893659"/>
          </a:xfrm>
        </p:spPr>
        <p:txBody>
          <a:bodyPr/>
          <a:lstStyle/>
          <a:p>
            <a:r>
              <a:rPr lang="en-US" dirty="0"/>
              <a:t>Feature design principles</a:t>
            </a:r>
          </a:p>
        </p:txBody>
      </p:sp>
      <p:graphicFrame>
        <p:nvGraphicFramePr>
          <p:cNvPr id="4" name="Content Placeholder 3">
            <a:extLst>
              <a:ext uri="{FF2B5EF4-FFF2-40B4-BE49-F238E27FC236}">
                <a16:creationId xmlns:a16="http://schemas.microsoft.com/office/drawing/2014/main" id="{846C2BA9-A500-81B2-D877-34414E8E5ADC}"/>
              </a:ext>
            </a:extLst>
          </p:cNvPr>
          <p:cNvGraphicFramePr>
            <a:graphicFrameLocks/>
          </p:cNvGraphicFramePr>
          <p:nvPr>
            <p:extLst>
              <p:ext uri="{D42A27DB-BD31-4B8C-83A1-F6EECF244321}">
                <p14:modId xmlns:p14="http://schemas.microsoft.com/office/powerpoint/2010/main" val="2593896389"/>
              </p:ext>
            </p:extLst>
          </p:nvPr>
        </p:nvGraphicFramePr>
        <p:xfrm>
          <a:off x="644056" y="1258785"/>
          <a:ext cx="10927829" cy="504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0898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0D80-8599-6C4C-C840-2E8F8B0CE7FB}"/>
              </a:ext>
            </a:extLst>
          </p:cNvPr>
          <p:cNvSpPr>
            <a:spLocks noGrp="1"/>
          </p:cNvSpPr>
          <p:nvPr>
            <p:ph type="title"/>
          </p:nvPr>
        </p:nvSpPr>
        <p:spPr/>
        <p:txBody>
          <a:bodyPr/>
          <a:lstStyle/>
          <a:p>
            <a:r>
              <a:rPr lang="en-US" dirty="0"/>
              <a:t>Cross-flow signals</a:t>
            </a:r>
          </a:p>
        </p:txBody>
      </p:sp>
      <p:sp>
        <p:nvSpPr>
          <p:cNvPr id="3" name="Content Placeholder 2">
            <a:extLst>
              <a:ext uri="{FF2B5EF4-FFF2-40B4-BE49-F238E27FC236}">
                <a16:creationId xmlns:a16="http://schemas.microsoft.com/office/drawing/2014/main" id="{8822C5C3-7062-A3A5-44C9-F55FF46A9DC6}"/>
              </a:ext>
            </a:extLst>
          </p:cNvPr>
          <p:cNvSpPr>
            <a:spLocks noGrp="1"/>
          </p:cNvSpPr>
          <p:nvPr>
            <p:ph idx="1"/>
          </p:nvPr>
        </p:nvSpPr>
        <p:spPr>
          <a:xfrm>
            <a:off x="838200" y="1494971"/>
            <a:ext cx="10515600" cy="4681992"/>
          </a:xfrm>
        </p:spPr>
        <p:txBody>
          <a:bodyPr/>
          <a:lstStyle/>
          <a:p>
            <a:r>
              <a:rPr lang="en-IN" b="1" dirty="0">
                <a:solidFill>
                  <a:srgbClr val="C00000"/>
                </a:solidFill>
              </a:rPr>
              <a:t>Trade flows are interdependent</a:t>
            </a:r>
            <a:br>
              <a:rPr lang="en-IN" dirty="0"/>
            </a:br>
            <a:r>
              <a:rPr lang="en-IN" dirty="0"/>
              <a:t>Imports and exports of the same product often move together through supply-chain linkages.</a:t>
            </a:r>
          </a:p>
          <a:p>
            <a:r>
              <a:rPr lang="en-IN" b="1" dirty="0">
                <a:solidFill>
                  <a:srgbClr val="C00000"/>
                </a:solidFill>
              </a:rPr>
              <a:t>Cross-flow features capture this linkage</a:t>
            </a:r>
            <a:br>
              <a:rPr lang="en-IN" dirty="0"/>
            </a:br>
            <a:r>
              <a:rPr lang="en-IN" dirty="0"/>
              <a:t>Export models observe lagged import </a:t>
            </a:r>
            <a:r>
              <a:rPr lang="en-IN" dirty="0" err="1"/>
              <a:t>behavior</a:t>
            </a:r>
            <a:r>
              <a:rPr lang="en-IN" dirty="0"/>
              <a:t> (and vice versa) for the same product group.</a:t>
            </a:r>
          </a:p>
          <a:p>
            <a:r>
              <a:rPr lang="en-IN" b="1" dirty="0">
                <a:solidFill>
                  <a:srgbClr val="C00000"/>
                </a:solidFill>
              </a:rPr>
              <a:t>Adds information beyond own-history lags</a:t>
            </a:r>
            <a:br>
              <a:rPr lang="en-IN" dirty="0"/>
            </a:br>
            <a:r>
              <a:rPr lang="en-IN" dirty="0"/>
              <a:t>Improves predictions when trade shifts are driven by sourcing, processing, or re-export dynamics.</a:t>
            </a:r>
          </a:p>
          <a:p>
            <a:endParaRPr lang="en-US" dirty="0"/>
          </a:p>
        </p:txBody>
      </p:sp>
    </p:spTree>
    <p:extLst>
      <p:ext uri="{BB962C8B-B14F-4D97-AF65-F5344CB8AC3E}">
        <p14:creationId xmlns:p14="http://schemas.microsoft.com/office/powerpoint/2010/main" val="1678242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309E-D0E0-6EA0-9003-59CF3AC5AF28}"/>
              </a:ext>
            </a:extLst>
          </p:cNvPr>
          <p:cNvSpPr>
            <a:spLocks noGrp="1"/>
          </p:cNvSpPr>
          <p:nvPr>
            <p:ph type="title"/>
          </p:nvPr>
        </p:nvSpPr>
        <p:spPr>
          <a:xfrm>
            <a:off x="522514" y="365125"/>
            <a:ext cx="11364686" cy="1325563"/>
          </a:xfrm>
        </p:spPr>
        <p:txBody>
          <a:bodyPr/>
          <a:lstStyle/>
          <a:p>
            <a:r>
              <a:rPr lang="en-IN" dirty="0"/>
              <a:t>Macro Signals: Global Supply Chains &amp; Business Cycles</a:t>
            </a:r>
            <a:endParaRPr lang="en-US" dirty="0"/>
          </a:p>
        </p:txBody>
      </p:sp>
      <p:sp>
        <p:nvSpPr>
          <p:cNvPr id="3" name="Content Placeholder 2">
            <a:extLst>
              <a:ext uri="{FF2B5EF4-FFF2-40B4-BE49-F238E27FC236}">
                <a16:creationId xmlns:a16="http://schemas.microsoft.com/office/drawing/2014/main" id="{B9A93990-8D57-A9D6-FC29-A346820EA460}"/>
              </a:ext>
            </a:extLst>
          </p:cNvPr>
          <p:cNvSpPr>
            <a:spLocks noGrp="1"/>
          </p:cNvSpPr>
          <p:nvPr>
            <p:ph idx="1"/>
          </p:nvPr>
        </p:nvSpPr>
        <p:spPr/>
        <p:txBody>
          <a:bodyPr vert="horz" lIns="91440" tIns="45720" rIns="91440" bIns="45720" rtlCol="0" anchor="t">
            <a:normAutofit/>
          </a:bodyPr>
          <a:lstStyle/>
          <a:p>
            <a:pPr marL="0" indent="0">
              <a:buNone/>
            </a:pPr>
            <a:r>
              <a:rPr lang="en-IN" b="1" dirty="0">
                <a:solidFill>
                  <a:srgbClr val="C00000"/>
                </a:solidFill>
              </a:rPr>
              <a:t>Global Supply Chain Pressure Index (GSCPI)</a:t>
            </a:r>
            <a:br>
              <a:rPr lang="en-IN" dirty="0"/>
            </a:br>
            <a:r>
              <a:rPr lang="en-IN" dirty="0"/>
              <a:t>Captures worldwide logistics stress — shipping delays, freight costs, and bottlenecks. Data available from NY Fed. </a:t>
            </a:r>
          </a:p>
          <a:p>
            <a:pPr marL="0" indent="0">
              <a:buNone/>
            </a:pPr>
            <a:r>
              <a:rPr lang="en-IN" b="1" dirty="0">
                <a:solidFill>
                  <a:srgbClr val="C00000"/>
                </a:solidFill>
              </a:rPr>
              <a:t>Composite Leading Indicator (CLI)</a:t>
            </a:r>
            <a:br>
              <a:rPr lang="en-IN" dirty="0"/>
            </a:br>
            <a:r>
              <a:rPr lang="en-IN" dirty="0"/>
              <a:t>Signals turning points in global economic activity ahead of observed trade flows. Data available from St. Louis Fred.</a:t>
            </a:r>
          </a:p>
          <a:p>
            <a:pPr marL="0" indent="0">
              <a:buNone/>
            </a:pPr>
            <a:r>
              <a:rPr lang="en-IN" b="1" dirty="0">
                <a:solidFill>
                  <a:srgbClr val="C00000"/>
                </a:solidFill>
              </a:rPr>
              <a:t>Used as lagged, smoothed signals</a:t>
            </a:r>
            <a:br>
              <a:rPr lang="en-IN" dirty="0"/>
            </a:br>
            <a:r>
              <a:rPr lang="en-IN" dirty="0"/>
              <a:t>Both indices are lag-shifted and averaged before use to ensure strict temporal validity.</a:t>
            </a:r>
          </a:p>
          <a:p>
            <a:endParaRPr lang="en-US" dirty="0"/>
          </a:p>
        </p:txBody>
      </p:sp>
    </p:spTree>
    <p:extLst>
      <p:ext uri="{BB962C8B-B14F-4D97-AF65-F5344CB8AC3E}">
        <p14:creationId xmlns:p14="http://schemas.microsoft.com/office/powerpoint/2010/main" val="3281886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F4485A4D-8FBE-7FF5-5248-EA4B5859F3D1}"/>
              </a:ext>
            </a:extLst>
          </p:cNvPr>
          <p:cNvGraphicFramePr>
            <a:graphicFrameLocks noGrp="1"/>
          </p:cNvGraphicFramePr>
          <p:nvPr>
            <p:extLst>
              <p:ext uri="{D42A27DB-BD31-4B8C-83A1-F6EECF244321}">
                <p14:modId xmlns:p14="http://schemas.microsoft.com/office/powerpoint/2010/main" val="3363000147"/>
              </p:ext>
            </p:extLst>
          </p:nvPr>
        </p:nvGraphicFramePr>
        <p:xfrm>
          <a:off x="595086" y="131788"/>
          <a:ext cx="11234060" cy="6594424"/>
        </p:xfrm>
        <a:graphic>
          <a:graphicData uri="http://schemas.openxmlformats.org/drawingml/2006/table">
            <a:tbl>
              <a:tblPr/>
              <a:tblGrid>
                <a:gridCol w="522515">
                  <a:extLst>
                    <a:ext uri="{9D8B030D-6E8A-4147-A177-3AD203B41FA5}">
                      <a16:colId xmlns:a16="http://schemas.microsoft.com/office/drawing/2014/main" val="2405460710"/>
                    </a:ext>
                  </a:extLst>
                </a:gridCol>
                <a:gridCol w="2667004">
                  <a:extLst>
                    <a:ext uri="{9D8B030D-6E8A-4147-A177-3AD203B41FA5}">
                      <a16:colId xmlns:a16="http://schemas.microsoft.com/office/drawing/2014/main" val="1220823733"/>
                    </a:ext>
                  </a:extLst>
                </a:gridCol>
                <a:gridCol w="2122304">
                  <a:extLst>
                    <a:ext uri="{9D8B030D-6E8A-4147-A177-3AD203B41FA5}">
                      <a16:colId xmlns:a16="http://schemas.microsoft.com/office/drawing/2014/main" val="1850474620"/>
                    </a:ext>
                  </a:extLst>
                </a:gridCol>
                <a:gridCol w="3411855">
                  <a:extLst>
                    <a:ext uri="{9D8B030D-6E8A-4147-A177-3AD203B41FA5}">
                      <a16:colId xmlns:a16="http://schemas.microsoft.com/office/drawing/2014/main" val="3009630299"/>
                    </a:ext>
                  </a:extLst>
                </a:gridCol>
                <a:gridCol w="2510382">
                  <a:extLst>
                    <a:ext uri="{9D8B030D-6E8A-4147-A177-3AD203B41FA5}">
                      <a16:colId xmlns:a16="http://schemas.microsoft.com/office/drawing/2014/main" val="2391918397"/>
                    </a:ext>
                  </a:extLst>
                </a:gridCol>
              </a:tblGrid>
              <a:tr h="175090">
                <a:tc>
                  <a:txBody>
                    <a:bodyPr/>
                    <a:lstStyle/>
                    <a:p>
                      <a:pPr algn="l" fontAlgn="b">
                        <a:buNone/>
                      </a:pPr>
                      <a:r>
                        <a:rPr lang="en-IN" sz="1200" b="1" i="0" u="none" strike="noStrike">
                          <a:solidFill>
                            <a:srgbClr val="000000"/>
                          </a:solidFill>
                          <a:effectLst/>
                          <a:latin typeface="Aptos Narrow" panose="020B0004020202020204" pitchFamily="34" charset="0"/>
                        </a:rPr>
                        <a:t>Sl no. </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tc>
                  <a:txBody>
                    <a:bodyPr/>
                    <a:lstStyle/>
                    <a:p>
                      <a:pPr algn="l" fontAlgn="b">
                        <a:buNone/>
                      </a:pPr>
                      <a:r>
                        <a:rPr lang="en-IN" sz="1200" b="1" i="0" u="none" strike="noStrike">
                          <a:solidFill>
                            <a:srgbClr val="000000"/>
                          </a:solidFill>
                          <a:effectLst/>
                          <a:latin typeface="Aptos Narrow" panose="020B0004020202020204" pitchFamily="34" charset="0"/>
                        </a:rPr>
                        <a:t>Feature</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tc>
                  <a:txBody>
                    <a:bodyPr/>
                    <a:lstStyle/>
                    <a:p>
                      <a:pPr algn="l" fontAlgn="b">
                        <a:buNone/>
                      </a:pPr>
                      <a:r>
                        <a:rPr lang="en-IN" sz="1200" b="1" i="0" u="none" strike="noStrike">
                          <a:solidFill>
                            <a:srgbClr val="000000"/>
                          </a:solidFill>
                          <a:effectLst/>
                          <a:latin typeface="Aptos Narrow" panose="020B0004020202020204" pitchFamily="34" charset="0"/>
                        </a:rPr>
                        <a:t>Family (Bucket)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tc>
                  <a:txBody>
                    <a:bodyPr/>
                    <a:lstStyle/>
                    <a:p>
                      <a:pPr algn="l" fontAlgn="b">
                        <a:buNone/>
                      </a:pPr>
                      <a:r>
                        <a:rPr lang="en-IN" sz="1200" b="1" i="0" u="none" strike="noStrike">
                          <a:solidFill>
                            <a:srgbClr val="000000"/>
                          </a:solidFill>
                          <a:effectLst/>
                          <a:latin typeface="Aptos Narrow" panose="020B0004020202020204" pitchFamily="34" charset="0"/>
                        </a:rPr>
                        <a:t>Computation (summary)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tc>
                  <a:txBody>
                    <a:bodyPr/>
                    <a:lstStyle/>
                    <a:p>
                      <a:pPr algn="l" fontAlgn="b">
                        <a:buNone/>
                      </a:pPr>
                      <a:r>
                        <a:rPr lang="en-IN" sz="1200" b="1" i="0" u="none" strike="noStrike">
                          <a:solidFill>
                            <a:srgbClr val="000000"/>
                          </a:solidFill>
                          <a:effectLst/>
                          <a:latin typeface="Aptos Narrow" panose="020B0004020202020204" pitchFamily="34" charset="0"/>
                        </a:rPr>
                        <a:t>Why it helps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4DCF8"/>
                    </a:solidFill>
                  </a:tcPr>
                </a:tc>
                <a:extLst>
                  <a:ext uri="{0D108BD9-81ED-4DB2-BD59-A6C34878D82A}">
                    <a16:rowId xmlns:a16="http://schemas.microsoft.com/office/drawing/2014/main" val="1338978076"/>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1</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roll_std6</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dirty="0">
                          <a:solidFill>
                            <a:srgbClr val="000000"/>
                          </a:solidFill>
                          <a:effectLst/>
                          <a:latin typeface="Aptos Narrow" panose="020B0004020202020204" pitchFamily="34" charset="0"/>
                        </a:rPr>
                        <a:t>std(y[t-6..t-1])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Uncertainty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2624929945"/>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pctchg1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(y(t-1)−y(t-2))/y(t-2)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MoM momentum</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822225354"/>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3</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pctchg3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(y(t-1)−y(t-4))/y(t-4)</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3-month momentum</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3630481145"/>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4</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ma3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mean(y[t-3..t-1])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Noise reduction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1028539889"/>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5</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ma6</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mean(y[t-6..t-1])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Stability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923312753"/>
                  </a:ext>
                </a:extLst>
              </a:tr>
              <a:tr h="328294">
                <a:tc>
                  <a:txBody>
                    <a:bodyPr/>
                    <a:lstStyle/>
                    <a:p>
                      <a:pPr algn="ctr" fontAlgn="b">
                        <a:buNone/>
                      </a:pPr>
                      <a:r>
                        <a:rPr lang="en-IN" sz="1200" b="0" i="0" u="none" strike="noStrike" dirty="0">
                          <a:solidFill>
                            <a:srgbClr val="000000"/>
                          </a:solidFill>
                          <a:effectLst/>
                          <a:latin typeface="Aptos Narrow" panose="020B0004020202020204" pitchFamily="34" charset="0"/>
                        </a:rPr>
                        <a:t>6</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ma12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mean(y[t-12..t-1])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Baseline</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344019797"/>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7</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yoy_delta</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Trend &amp; Volatility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y(t-1) − y(t-13)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YOY momentum</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3690125667"/>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8</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weight_sqrt_ma12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Training Stabilization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√(ma12 + 1)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Stabilize fitting</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7969225"/>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9</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month_num</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Temporal &amp; Calendar</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Month integer 1–12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Seasonality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0766270"/>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10</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quarter</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Temporal &amp; Calendar</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Quarter 1–4</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Quarterly cycles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3253337"/>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11</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err="1">
                          <a:solidFill>
                            <a:srgbClr val="000000"/>
                          </a:solidFill>
                          <a:effectLst/>
                          <a:latin typeface="Aptos Narrow" panose="020B0004020202020204" pitchFamily="34" charset="0"/>
                        </a:rPr>
                        <a:t>month_id</a:t>
                      </a:r>
                      <a:endParaRPr lang="en-IN" sz="1200" b="0" i="0" u="none" strike="noStrike" dirty="0">
                        <a:solidFill>
                          <a:srgbClr val="000000"/>
                        </a:solidFill>
                        <a:effectLst/>
                        <a:latin typeface="Aptos Narrow" panose="020B0004020202020204" pitchFamily="34" charset="0"/>
                      </a:endParaRP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Temporal &amp; Calendar</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Monotone month index</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Trend / drift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3752536"/>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12</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month_sin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Temporal &amp; Calendar</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sin(2</a:t>
                      </a:r>
                      <a:r>
                        <a:rPr lang="el-GR" sz="1200" b="0" i="0" u="none" strike="noStrike">
                          <a:solidFill>
                            <a:srgbClr val="000000"/>
                          </a:solidFill>
                          <a:effectLst/>
                          <a:latin typeface="Aptos Narrow" panose="020B0004020202020204" pitchFamily="34" charset="0"/>
                        </a:rPr>
                        <a:t>π·</a:t>
                      </a:r>
                      <a:r>
                        <a:rPr lang="en-IN" sz="1200" b="0" i="0" u="none" strike="noStrike">
                          <a:solidFill>
                            <a:srgbClr val="000000"/>
                          </a:solidFill>
                          <a:effectLst/>
                          <a:latin typeface="Aptos Narrow" panose="020B0004020202020204" pitchFamily="34" charset="0"/>
                        </a:rPr>
                        <a:t>month_num/12)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Cyclic pattern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1691890"/>
                  </a:ext>
                </a:extLst>
              </a:tr>
              <a:tr h="328294">
                <a:tc>
                  <a:txBody>
                    <a:bodyPr/>
                    <a:lstStyle/>
                    <a:p>
                      <a:pPr algn="ctr" fontAlgn="b">
                        <a:buNone/>
                      </a:pPr>
                      <a:r>
                        <a:rPr lang="en-IN" sz="1200" b="0" i="0" u="none" strike="noStrike">
                          <a:solidFill>
                            <a:srgbClr val="000000"/>
                          </a:solidFill>
                          <a:effectLst/>
                          <a:latin typeface="Aptos Narrow" panose="020B0004020202020204" pitchFamily="34" charset="0"/>
                        </a:rPr>
                        <a:t>13</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err="1">
                          <a:solidFill>
                            <a:srgbClr val="000000"/>
                          </a:solidFill>
                          <a:effectLst/>
                          <a:latin typeface="Aptos Narrow" panose="020B0004020202020204" pitchFamily="34" charset="0"/>
                        </a:rPr>
                        <a:t>month_cos</a:t>
                      </a:r>
                      <a:endParaRPr lang="en-IN" sz="1200" b="0" i="0" u="none" strike="noStrike" dirty="0">
                        <a:solidFill>
                          <a:srgbClr val="000000"/>
                        </a:solidFill>
                        <a:effectLst/>
                        <a:latin typeface="Aptos Narrow" panose="020B0004020202020204" pitchFamily="34" charset="0"/>
                      </a:endParaRP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Temporal &amp; Calendar</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cos(2</a:t>
                      </a:r>
                      <a:r>
                        <a:rPr lang="el-GR" sz="1200" b="0" i="0" u="none" strike="noStrike">
                          <a:solidFill>
                            <a:srgbClr val="000000"/>
                          </a:solidFill>
                          <a:effectLst/>
                          <a:latin typeface="Aptos Narrow" panose="020B0004020202020204" pitchFamily="34" charset="0"/>
                        </a:rPr>
                        <a:t>π·</a:t>
                      </a:r>
                      <a:r>
                        <a:rPr lang="en-IN" sz="1200" b="0" i="0" u="none" strike="noStrike">
                          <a:solidFill>
                            <a:srgbClr val="000000"/>
                          </a:solidFill>
                          <a:effectLst/>
                          <a:latin typeface="Aptos Narrow" panose="020B0004020202020204" pitchFamily="34" charset="0"/>
                        </a:rPr>
                        <a:t>month_num/12)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Cyclic pattern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8598631"/>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14</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dirty="0">
                          <a:solidFill>
                            <a:srgbClr val="000000"/>
                          </a:solidFill>
                          <a:effectLst/>
                          <a:latin typeface="Aptos Narrow" panose="020B0004020202020204" pitchFamily="34" charset="0"/>
                        </a:rPr>
                        <a:t>gscpi_ma2_shift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1" i="0" u="none" strike="noStrike">
                          <a:solidFill>
                            <a:srgbClr val="000000"/>
                          </a:solidFill>
                          <a:effectLst/>
                          <a:latin typeface="Aptos Narrow" panose="020B0004020202020204" pitchFamily="34" charset="0"/>
                        </a:rPr>
                        <a:t>Macro Drift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MA2 of GSCPI, shifted +1 (CHN) / +2 (USA)</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Logistics pressure</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405688206"/>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15</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dirty="0">
                          <a:solidFill>
                            <a:srgbClr val="000000"/>
                          </a:solidFill>
                          <a:effectLst/>
                          <a:latin typeface="Aptos Narrow" panose="020B0004020202020204" pitchFamily="34" charset="0"/>
                        </a:rPr>
                        <a:t>oecd_cli_ma2_shift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1" i="0" u="none" strike="noStrike">
                          <a:solidFill>
                            <a:srgbClr val="000000"/>
                          </a:solidFill>
                          <a:effectLst/>
                          <a:latin typeface="Aptos Narrow" panose="020B0004020202020204" pitchFamily="34" charset="0"/>
                        </a:rPr>
                        <a:t>Macro Drift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MA2 of CLI, shifted +1 (CHN) / +2 (USA)</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Turning points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920721630"/>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16</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dirty="0">
                          <a:solidFill>
                            <a:srgbClr val="000000"/>
                          </a:solidFill>
                          <a:effectLst/>
                          <a:latin typeface="Aptos Narrow" panose="020B0004020202020204" pitchFamily="34" charset="0"/>
                        </a:rPr>
                        <a:t>origin_total_exports_ma3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1" i="0" u="none" strike="noStrike">
                          <a:solidFill>
                            <a:srgbClr val="000000"/>
                          </a:solidFill>
                          <a:effectLst/>
                          <a:latin typeface="Aptos Narrow" panose="020B0004020202020204" pitchFamily="34" charset="0"/>
                        </a:rPr>
                        <a:t>Macro Drift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MA3 of exports (origin)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Aggregate momentum</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2765845461"/>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17</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origin_total_imports_ma3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1" i="0" u="none" strike="noStrike">
                          <a:solidFill>
                            <a:srgbClr val="000000"/>
                          </a:solidFill>
                          <a:effectLst/>
                          <a:latin typeface="Aptos Narrow" panose="020B0004020202020204" pitchFamily="34" charset="0"/>
                        </a:rPr>
                        <a:t>Macro Drift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MA3 of imports (origin)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IN" sz="1200" b="0" i="0" u="none" strike="noStrike">
                          <a:solidFill>
                            <a:srgbClr val="000000"/>
                          </a:solidFill>
                          <a:effectLst/>
                          <a:latin typeface="Aptos Narrow" panose="020B0004020202020204" pitchFamily="34" charset="0"/>
                        </a:rPr>
                        <a:t>Intermediate-goods demand</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203912662"/>
                  </a:ext>
                </a:extLst>
              </a:tr>
              <a:tr h="328294">
                <a:tc>
                  <a:txBody>
                    <a:bodyPr/>
                    <a:lstStyle/>
                    <a:p>
                      <a:pPr algn="ctr" fontAlgn="b">
                        <a:buNone/>
                      </a:pPr>
                      <a:r>
                        <a:rPr lang="en-IN" sz="1200" b="0" i="0" u="none" strike="noStrike">
                          <a:solidFill>
                            <a:srgbClr val="000000"/>
                          </a:solidFill>
                          <a:effectLst/>
                          <a:latin typeface="Aptos Narrow" panose="020B0004020202020204" pitchFamily="34" charset="0"/>
                        </a:rPr>
                        <a:t>18</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a:solidFill>
                            <a:srgbClr val="000000"/>
                          </a:solidFill>
                          <a:effectLst/>
                          <a:latin typeface="Aptos Narrow" panose="020B0004020202020204" pitchFamily="34" charset="0"/>
                        </a:rPr>
                        <a:t>lag1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Lagged Levels &amp;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y(t-1)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Contract inertia</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8995596"/>
                  </a:ext>
                </a:extLst>
              </a:tr>
              <a:tr h="328294">
                <a:tc>
                  <a:txBody>
                    <a:bodyPr/>
                    <a:lstStyle/>
                    <a:p>
                      <a:pPr algn="ctr" fontAlgn="b">
                        <a:buNone/>
                      </a:pPr>
                      <a:r>
                        <a:rPr lang="en-IN" sz="1200" b="0" i="0" u="none" strike="noStrike">
                          <a:solidFill>
                            <a:srgbClr val="000000"/>
                          </a:solidFill>
                          <a:effectLst/>
                          <a:latin typeface="Aptos Narrow" panose="020B0004020202020204" pitchFamily="34" charset="0"/>
                        </a:rPr>
                        <a:t>19</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a:solidFill>
                            <a:srgbClr val="000000"/>
                          </a:solidFill>
                          <a:effectLst/>
                          <a:latin typeface="Aptos Narrow" panose="020B0004020202020204" pitchFamily="34" charset="0"/>
                        </a:rPr>
                        <a:t>lag2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Lagged Levels &amp;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y(t-2)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Near-term memory (CHN h=2)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0305145"/>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20</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a:solidFill>
                            <a:srgbClr val="000000"/>
                          </a:solidFill>
                          <a:effectLst/>
                          <a:latin typeface="Aptos Narrow" panose="020B0004020202020204" pitchFamily="34" charset="0"/>
                        </a:rPr>
                        <a:t>lag3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Lagged Levels &amp;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y(t-3)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Near-term memory (USA h=3)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7268700"/>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21</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a:solidFill>
                            <a:srgbClr val="000000"/>
                          </a:solidFill>
                          <a:effectLst/>
                          <a:latin typeface="Aptos Narrow" panose="020B0004020202020204" pitchFamily="34" charset="0"/>
                        </a:rPr>
                        <a:t>lag6</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Lagged Levels &amp;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y(t-6)</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Mid-term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218712"/>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22</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a:solidFill>
                            <a:srgbClr val="000000"/>
                          </a:solidFill>
                          <a:effectLst/>
                          <a:latin typeface="Aptos Narrow" panose="020B0004020202020204" pitchFamily="34" charset="0"/>
                        </a:rPr>
                        <a:t>lag10 / lag9</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Lagged Levels &amp;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y(t-10) CHN / y(t-9) USA</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Horizon-tuned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8217901"/>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23</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a:solidFill>
                            <a:srgbClr val="000000"/>
                          </a:solidFill>
                          <a:effectLst/>
                          <a:latin typeface="Aptos Narrow" panose="020B0004020202020204" pitchFamily="34" charset="0"/>
                        </a:rPr>
                        <a:t>lag12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Lagged Levels &amp; Memory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y(t-12)</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YOY seasonality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6791422"/>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24</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cross_flow_lag1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Cross-Flow Coupling</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Opposite flow t−1 at HS-4</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Complement / substitute</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2053677260"/>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25</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cross_flow_ma3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Cross-Flow Coupling</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MA3 of opposite flow</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Smoother co-movement</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3281849851"/>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26</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cross_flow_lag13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1" i="0" u="none" strike="noStrike">
                          <a:solidFill>
                            <a:srgbClr val="000000"/>
                          </a:solidFill>
                          <a:effectLst/>
                          <a:latin typeface="Aptos Narrow" panose="020B0004020202020204" pitchFamily="34" charset="0"/>
                        </a:rPr>
                        <a:t>Cross-Flow Coupling</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Opposite flow t−13</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l" fontAlgn="b">
                        <a:buNone/>
                      </a:pPr>
                      <a:r>
                        <a:rPr lang="en-IN" sz="1200" b="0" i="0" u="none" strike="noStrike">
                          <a:solidFill>
                            <a:srgbClr val="000000"/>
                          </a:solidFill>
                          <a:effectLst/>
                          <a:latin typeface="Aptos Narrow" panose="020B0004020202020204" pitchFamily="34" charset="0"/>
                        </a:rPr>
                        <a:t>YOY coupling</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extLst>
                  <a:ext uri="{0D108BD9-81ED-4DB2-BD59-A6C34878D82A}">
                    <a16:rowId xmlns:a16="http://schemas.microsoft.com/office/drawing/2014/main" val="570663651"/>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27</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hs_section_prefix</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Context / Structural</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First 2–4 digits of HS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Taxonomy signal</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6867804"/>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28</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partner_tier_rank</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Context / Structural</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Rank by trailing 12-m flow</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Market depth</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5436328"/>
                  </a:ext>
                </a:extLst>
              </a:tr>
              <a:tr h="175090">
                <a:tc>
                  <a:txBody>
                    <a:bodyPr/>
                    <a:lstStyle/>
                    <a:p>
                      <a:pPr algn="ctr" fontAlgn="b">
                        <a:buNone/>
                      </a:pPr>
                      <a:r>
                        <a:rPr lang="en-IN" sz="1200" b="0" i="0" u="none" strike="noStrike" dirty="0">
                          <a:solidFill>
                            <a:srgbClr val="000000"/>
                          </a:solidFill>
                          <a:effectLst/>
                          <a:latin typeface="Aptos Narrow" panose="020B0004020202020204" pitchFamily="34" charset="0"/>
                        </a:rPr>
                        <a:t>29</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dirty="0" err="1">
                          <a:solidFill>
                            <a:srgbClr val="000000"/>
                          </a:solidFill>
                          <a:effectLst/>
                          <a:latin typeface="Aptos Narrow" panose="020B0004020202020204" pitchFamily="34" charset="0"/>
                        </a:rPr>
                        <a:t>zero_share_flag</a:t>
                      </a:r>
                      <a:endParaRPr lang="en-IN" sz="1200" b="0" i="0" u="none" strike="noStrike" dirty="0">
                        <a:solidFill>
                          <a:srgbClr val="000000"/>
                        </a:solidFill>
                        <a:effectLst/>
                        <a:latin typeface="Aptos Narrow" panose="020B0004020202020204" pitchFamily="34" charset="0"/>
                      </a:endParaRP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1" i="0" u="none" strike="noStrike">
                          <a:solidFill>
                            <a:srgbClr val="000000"/>
                          </a:solidFill>
                          <a:effectLst/>
                          <a:latin typeface="Aptos Narrow" panose="020B0004020202020204" pitchFamily="34" charset="0"/>
                        </a:rPr>
                        <a:t>Context / Structural</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Near-zero share recently</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200" b="0" i="0" u="none" strike="noStrike">
                          <a:solidFill>
                            <a:srgbClr val="000000"/>
                          </a:solidFill>
                          <a:effectLst/>
                          <a:latin typeface="Aptos Narrow" panose="020B0004020202020204" pitchFamily="34" charset="0"/>
                        </a:rPr>
                        <a:t>Suppress spurious fits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5838428"/>
                  </a:ext>
                </a:extLst>
              </a:tr>
              <a:tr h="175090">
                <a:tc>
                  <a:txBody>
                    <a:bodyPr/>
                    <a:lstStyle/>
                    <a:p>
                      <a:pPr algn="ctr" fontAlgn="b">
                        <a:buNone/>
                      </a:pPr>
                      <a:r>
                        <a:rPr lang="en-IN" sz="1200" b="0" i="0" u="none" strike="noStrike">
                          <a:solidFill>
                            <a:srgbClr val="000000"/>
                          </a:solidFill>
                          <a:effectLst/>
                          <a:latin typeface="Aptos Narrow" panose="020B0004020202020204" pitchFamily="34" charset="0"/>
                        </a:rPr>
                        <a:t>30</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0" i="0" u="none" strike="noStrike" dirty="0">
                          <a:solidFill>
                            <a:srgbClr val="000000"/>
                          </a:solidFill>
                          <a:effectLst/>
                          <a:latin typeface="Aptos Narrow" panose="020B0004020202020204" pitchFamily="34" charset="0"/>
                        </a:rPr>
                        <a:t>was_trade_lag1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1" i="0" u="none" strike="noStrike">
                          <a:solidFill>
                            <a:srgbClr val="000000"/>
                          </a:solidFill>
                          <a:effectLst/>
                          <a:latin typeface="Aptos Narrow" panose="020B0004020202020204" pitchFamily="34" charset="0"/>
                        </a:rPr>
                        <a:t>Activity &amp; Zero Dynamics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0" i="0" u="none" strike="noStrike">
                          <a:solidFill>
                            <a:srgbClr val="000000"/>
                          </a:solidFill>
                          <a:effectLst/>
                          <a:latin typeface="Aptos Narrow" panose="020B0004020202020204" pitchFamily="34" charset="0"/>
                        </a:rPr>
                        <a:t>1{y(t-1) &gt; 0}</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0" i="0" u="none" strike="noStrike">
                          <a:solidFill>
                            <a:srgbClr val="000000"/>
                          </a:solidFill>
                          <a:effectLst/>
                          <a:latin typeface="Aptos Narrow" panose="020B0004020202020204" pitchFamily="34" charset="0"/>
                        </a:rPr>
                        <a:t>Extensive margin</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3831062189"/>
                  </a:ext>
                </a:extLst>
              </a:tr>
              <a:tr h="186034">
                <a:tc>
                  <a:txBody>
                    <a:bodyPr/>
                    <a:lstStyle/>
                    <a:p>
                      <a:pPr algn="ctr" fontAlgn="b">
                        <a:buNone/>
                      </a:pPr>
                      <a:r>
                        <a:rPr lang="en-IN" sz="1200" b="0" i="0" u="none" strike="noStrike" dirty="0">
                          <a:solidFill>
                            <a:srgbClr val="000000"/>
                          </a:solidFill>
                          <a:effectLst/>
                          <a:latin typeface="Aptos Narrow" panose="020B0004020202020204" pitchFamily="34" charset="0"/>
                        </a:rPr>
                        <a:t>31</a:t>
                      </a:r>
                    </a:p>
                  </a:txBody>
                  <a:tcPr marL="5736" marR="5736" marT="573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0" i="0" u="none" strike="noStrike" dirty="0" err="1">
                          <a:solidFill>
                            <a:srgbClr val="000000"/>
                          </a:solidFill>
                          <a:effectLst/>
                          <a:latin typeface="Aptos Narrow" panose="020B0004020202020204" pitchFamily="34" charset="0"/>
                        </a:rPr>
                        <a:t>consec_zero_run</a:t>
                      </a:r>
                      <a:endParaRPr lang="en-IN" sz="1200" b="0" i="0" u="none" strike="noStrike" dirty="0">
                        <a:solidFill>
                          <a:srgbClr val="000000"/>
                        </a:solidFill>
                        <a:effectLst/>
                        <a:latin typeface="Aptos Narrow" panose="020B0004020202020204" pitchFamily="34" charset="0"/>
                      </a:endParaRP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1" i="0" u="none" strike="noStrike">
                          <a:solidFill>
                            <a:srgbClr val="000000"/>
                          </a:solidFill>
                          <a:effectLst/>
                          <a:latin typeface="Aptos Narrow" panose="020B0004020202020204" pitchFamily="34" charset="0"/>
                        </a:rPr>
                        <a:t>Activity &amp; Zero Dynamics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0" i="0" u="none" strike="noStrike">
                          <a:solidFill>
                            <a:srgbClr val="000000"/>
                          </a:solidFill>
                          <a:effectLst/>
                          <a:latin typeface="Aptos Narrow" panose="020B0004020202020204" pitchFamily="34" charset="0"/>
                        </a:rPr>
                        <a:t>Run length of zeros up to t−1</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l" fontAlgn="b">
                        <a:buNone/>
                      </a:pPr>
                      <a:r>
                        <a:rPr lang="en-IN" sz="1200" b="0" i="0" u="none" strike="noStrike" dirty="0">
                          <a:solidFill>
                            <a:srgbClr val="000000"/>
                          </a:solidFill>
                          <a:effectLst/>
                          <a:latin typeface="Aptos Narrow" panose="020B0004020202020204" pitchFamily="34" charset="0"/>
                        </a:rPr>
                        <a:t>Entry / exit dynamics</a:t>
                      </a:r>
                    </a:p>
                  </a:txBody>
                  <a:tcPr marL="5736" marR="5736" marT="573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1703018507"/>
                  </a:ext>
                </a:extLst>
              </a:tr>
            </a:tbl>
          </a:graphicData>
        </a:graphic>
      </p:graphicFrame>
    </p:spTree>
    <p:extLst>
      <p:ext uri="{BB962C8B-B14F-4D97-AF65-F5344CB8AC3E}">
        <p14:creationId xmlns:p14="http://schemas.microsoft.com/office/powerpoint/2010/main" val="3121426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0EB2B-1DC3-5714-3621-76ADBDD6F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58837-E2CC-A39E-0069-BB04F6A36870}"/>
              </a:ext>
            </a:extLst>
          </p:cNvPr>
          <p:cNvSpPr>
            <a:spLocks noGrp="1"/>
          </p:cNvSpPr>
          <p:nvPr>
            <p:ph type="title"/>
          </p:nvPr>
        </p:nvSpPr>
        <p:spPr>
          <a:xfrm>
            <a:off x="479394" y="1070800"/>
            <a:ext cx="3939688" cy="4320597"/>
          </a:xfrm>
        </p:spPr>
        <p:txBody>
          <a:bodyPr>
            <a:normAutofit/>
          </a:bodyPr>
          <a:lstStyle/>
          <a:p>
            <a:pPr algn="r"/>
            <a:r>
              <a:rPr lang="en-US" sz="5600" dirty="0"/>
              <a:t>Flow of the presentation</a:t>
            </a:r>
          </a:p>
        </p:txBody>
      </p:sp>
      <p:graphicFrame>
        <p:nvGraphicFramePr>
          <p:cNvPr id="5" name="Content Placeholder 2">
            <a:extLst>
              <a:ext uri="{FF2B5EF4-FFF2-40B4-BE49-F238E27FC236}">
                <a16:creationId xmlns:a16="http://schemas.microsoft.com/office/drawing/2014/main" id="{2B4F6990-13FA-0970-2745-86F05F3D5242}"/>
              </a:ext>
            </a:extLst>
          </p:cNvPr>
          <p:cNvGraphicFramePr>
            <a:graphicFrameLocks noGrp="1"/>
          </p:cNvGraphicFramePr>
          <p:nvPr>
            <p:ph idx="1"/>
            <p:extLst>
              <p:ext uri="{D42A27DB-BD31-4B8C-83A1-F6EECF244321}">
                <p14:modId xmlns:p14="http://schemas.microsoft.com/office/powerpoint/2010/main" val="886858031"/>
              </p:ext>
            </p:extLst>
          </p:nvPr>
        </p:nvGraphicFramePr>
        <p:xfrm>
          <a:off x="4898476" y="261258"/>
          <a:ext cx="6814119" cy="6398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eft Arrow 2">
            <a:extLst>
              <a:ext uri="{FF2B5EF4-FFF2-40B4-BE49-F238E27FC236}">
                <a16:creationId xmlns:a16="http://schemas.microsoft.com/office/drawing/2014/main" id="{60F97E7C-9BBB-C878-B275-002060C1F398}"/>
              </a:ext>
            </a:extLst>
          </p:cNvPr>
          <p:cNvSpPr/>
          <p:nvPr/>
        </p:nvSpPr>
        <p:spPr>
          <a:xfrm>
            <a:off x="10755075" y="3910646"/>
            <a:ext cx="1436914" cy="26125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554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238A5-9313-5883-6403-1B854AAD0A03}"/>
              </a:ext>
            </a:extLst>
          </p:cNvPr>
          <p:cNvSpPr>
            <a:spLocks noGrp="1"/>
          </p:cNvSpPr>
          <p:nvPr>
            <p:ph type="title"/>
          </p:nvPr>
        </p:nvSpPr>
        <p:spPr>
          <a:xfrm>
            <a:off x="838200" y="290285"/>
            <a:ext cx="10515600" cy="781504"/>
          </a:xfrm>
        </p:spPr>
        <p:txBody>
          <a:bodyPr/>
          <a:lstStyle/>
          <a:p>
            <a:r>
              <a:rPr lang="en-IN" dirty="0"/>
              <a:t>Framing the Modelling Problem</a:t>
            </a:r>
            <a:endParaRPr lang="en-US" dirty="0"/>
          </a:p>
        </p:txBody>
      </p:sp>
      <p:sp>
        <p:nvSpPr>
          <p:cNvPr id="14" name="Rectangle 2">
            <a:extLst>
              <a:ext uri="{FF2B5EF4-FFF2-40B4-BE49-F238E27FC236}">
                <a16:creationId xmlns:a16="http://schemas.microsoft.com/office/drawing/2014/main" id="{F2AF4407-FA74-6000-F333-01BFAC7A2857}"/>
              </a:ext>
            </a:extLst>
          </p:cNvPr>
          <p:cNvSpPr>
            <a:spLocks noGrp="1" noChangeArrowheads="1"/>
          </p:cNvSpPr>
          <p:nvPr>
            <p:ph idx="1"/>
          </p:nvPr>
        </p:nvSpPr>
        <p:spPr bwMode="auto">
          <a:xfrm>
            <a:off x="493486" y="1146630"/>
            <a:ext cx="11451771" cy="5030333"/>
          </a:xfrm>
          <a:prstGeom prst="rect">
            <a:avLst/>
          </a:prstGeom>
        </p:spPr>
        <p:txBody>
          <a:bodyPr vert="horz" lIns="91440" tIns="45720" rIns="91440" bIns="45720" rtlCol="0">
            <a:normAutofit fontScale="92500" lnSpcReduction="10000"/>
          </a:bodyPr>
          <a:lstStyle/>
          <a:p>
            <a:pPr>
              <a:buNone/>
            </a:pPr>
            <a:r>
              <a:rPr lang="en-US" altLang="en-US" dirty="0">
                <a:solidFill>
                  <a:srgbClr val="000000"/>
                </a:solidFill>
                <a:latin typeface="-webkit-standard"/>
              </a:rPr>
              <a:t>Modelled as a </a:t>
            </a:r>
            <a:r>
              <a:rPr lang="en-US" altLang="en-US" i="1" dirty="0">
                <a:solidFill>
                  <a:srgbClr val="000000"/>
                </a:solidFill>
              </a:rPr>
              <a:t>direct multi-step forecasting</a:t>
            </a:r>
            <a:r>
              <a:rPr lang="en-US" altLang="en-US" dirty="0">
                <a:solidFill>
                  <a:srgbClr val="000000"/>
                </a:solidFill>
                <a:latin typeface="-webkit-standard"/>
              </a:rPr>
              <a:t> problem, not a one-step regression task</a:t>
            </a:r>
            <a:endParaRPr lang="en-US" altLang="en-US" dirty="0">
              <a:latin typeface="Arial" panose="020B0604020202020204" pitchFamily="34" charset="0"/>
            </a:endParaRPr>
          </a:p>
          <a:p>
            <a:pPr marL="0" indent="0">
              <a:buNone/>
            </a:pPr>
            <a:r>
              <a:rPr lang="en-US" altLang="en-US" sz="3200" dirty="0">
                <a:solidFill>
                  <a:srgbClr val="C00000"/>
                </a:solidFill>
              </a:rPr>
              <a:t>Design principles</a:t>
            </a:r>
          </a:p>
          <a:p>
            <a:pPr lvl="1">
              <a:lnSpc>
                <a:spcPct val="90000"/>
              </a:lnSpc>
              <a:spcBef>
                <a:spcPts val="1000"/>
              </a:spcBef>
            </a:pPr>
            <a:r>
              <a:rPr lang="en-US" altLang="en-US" sz="2600" dirty="0"/>
              <a:t>Target is </a:t>
            </a:r>
            <a:r>
              <a:rPr lang="en-US" altLang="en-US" sz="2600" dirty="0" err="1"/>
              <a:t>y_target</a:t>
            </a:r>
            <a:r>
              <a:rPr lang="en-US" altLang="en-US" sz="2600" dirty="0"/>
              <a:t> = y(t + h) within each series (origin, destination, hs6, </a:t>
            </a:r>
            <a:r>
              <a:rPr lang="en-US" altLang="en-US" sz="2600" dirty="0" err="1"/>
              <a:t>trade_flow</a:t>
            </a:r>
            <a:r>
              <a:rPr lang="en-US" altLang="en-US" sz="2600" dirty="0"/>
              <a:t>).</a:t>
            </a:r>
          </a:p>
          <a:p>
            <a:pPr lvl="1">
              <a:spcBef>
                <a:spcPts val="1000"/>
              </a:spcBef>
            </a:pPr>
            <a:r>
              <a:rPr lang="en-US" altLang="en-US" sz="2600" dirty="0"/>
              <a:t>CHN Export/Import (h=2), USA Export/Import (h=3)</a:t>
            </a:r>
          </a:p>
          <a:p>
            <a:pPr lvl="1">
              <a:lnSpc>
                <a:spcPct val="90000"/>
              </a:lnSpc>
              <a:spcBef>
                <a:spcPts val="1000"/>
              </a:spcBef>
            </a:pPr>
            <a:r>
              <a:rPr lang="en-US" altLang="en-US" sz="2600" dirty="0"/>
              <a:t>China: available data up to Aug 2025 → </a:t>
            </a:r>
            <a:r>
              <a:rPr lang="en-US" altLang="en-US" sz="2600" dirty="0">
                <a:solidFill>
                  <a:srgbClr val="C00000"/>
                </a:solidFill>
              </a:rPr>
              <a:t>test context @ Aug 2025 </a:t>
            </a:r>
            <a:r>
              <a:rPr lang="en-US" altLang="en-US" sz="2600" dirty="0"/>
              <a:t>→ predict Oct 2025. </a:t>
            </a:r>
          </a:p>
          <a:p>
            <a:pPr lvl="1">
              <a:lnSpc>
                <a:spcPct val="90000"/>
              </a:lnSpc>
              <a:spcBef>
                <a:spcPts val="1000"/>
              </a:spcBef>
            </a:pPr>
            <a:r>
              <a:rPr lang="en-US" altLang="en-US" sz="2600" dirty="0"/>
              <a:t>USA: available data up to Jul 2025 → </a:t>
            </a:r>
            <a:r>
              <a:rPr lang="en-US" altLang="en-US" sz="2600" dirty="0">
                <a:solidFill>
                  <a:srgbClr val="C00000"/>
                </a:solidFill>
              </a:rPr>
              <a:t>test context @ Jul 2025 </a:t>
            </a:r>
            <a:r>
              <a:rPr lang="en-US" altLang="en-US" sz="2600" dirty="0"/>
              <a:t>→ predict Oct 2025. </a:t>
            </a:r>
          </a:p>
          <a:p>
            <a:pPr lvl="1">
              <a:lnSpc>
                <a:spcPct val="90000"/>
              </a:lnSpc>
              <a:spcBef>
                <a:spcPts val="1000"/>
              </a:spcBef>
            </a:pPr>
            <a:r>
              <a:rPr lang="en-US" altLang="en-US" sz="2600" dirty="0"/>
              <a:t>Train rows = months t where y(t+h) exists in data (non-null).</a:t>
            </a:r>
          </a:p>
          <a:p>
            <a:pPr lvl="1">
              <a:lnSpc>
                <a:spcPct val="90000"/>
              </a:lnSpc>
              <a:spcBef>
                <a:spcPts val="1000"/>
              </a:spcBef>
            </a:pPr>
            <a:r>
              <a:rPr lang="en-US" altLang="en-US" sz="2600" dirty="0">
                <a:solidFill>
                  <a:srgbClr val="C00000"/>
                </a:solidFill>
              </a:rPr>
              <a:t>No lookahead</a:t>
            </a:r>
            <a:r>
              <a:rPr lang="en-US" altLang="en-US" sz="2600" dirty="0"/>
              <a:t>: all features were built using data ≤ t−1</a:t>
            </a:r>
          </a:p>
          <a:p>
            <a:pPr lvl="1">
              <a:lnSpc>
                <a:spcPct val="90000"/>
              </a:lnSpc>
              <a:spcBef>
                <a:spcPts val="1000"/>
              </a:spcBef>
            </a:pPr>
            <a:r>
              <a:rPr lang="en-US" altLang="en-US" sz="2600" dirty="0">
                <a:solidFill>
                  <a:srgbClr val="C00000"/>
                </a:solidFill>
              </a:rPr>
              <a:t>No pruning of HS6 series. </a:t>
            </a:r>
            <a:endParaRPr lang="en-US" altLang="en-US" sz="2600" dirty="0"/>
          </a:p>
          <a:p>
            <a:pPr>
              <a:lnSpc>
                <a:spcPct val="90000"/>
              </a:lnSpc>
              <a:spcBef>
                <a:spcPts val="1000"/>
              </a:spcBef>
              <a:buFont typeface="Arial" panose="020B0604020202020204" pitchFamily="34" charset="0"/>
              <a:buNone/>
            </a:pPr>
            <a:endParaRPr lang="en-US" altLang="en-US" sz="2800" dirty="0"/>
          </a:p>
        </p:txBody>
      </p:sp>
    </p:spTree>
    <p:extLst>
      <p:ext uri="{BB962C8B-B14F-4D97-AF65-F5344CB8AC3E}">
        <p14:creationId xmlns:p14="http://schemas.microsoft.com/office/powerpoint/2010/main" val="2020143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70685-66DE-9EB0-837D-83FA08DDD172}"/>
              </a:ext>
            </a:extLst>
          </p:cNvPr>
          <p:cNvSpPr>
            <a:spLocks noGrp="1"/>
          </p:cNvSpPr>
          <p:nvPr>
            <p:ph type="title"/>
          </p:nvPr>
        </p:nvSpPr>
        <p:spPr>
          <a:xfrm>
            <a:off x="838200" y="197970"/>
            <a:ext cx="10515600" cy="551517"/>
          </a:xfrm>
        </p:spPr>
        <p:txBody>
          <a:bodyPr>
            <a:normAutofit fontScale="90000"/>
          </a:bodyPr>
          <a:lstStyle/>
          <a:p>
            <a:r>
              <a:rPr lang="en-US" dirty="0">
                <a:ea typeface="+mj-lt"/>
                <a:cs typeface="+mj-lt"/>
              </a:rPr>
              <a:t>Model Search Space &amp; Empirical Filtering</a:t>
            </a:r>
            <a:endParaRPr lang="en-US" dirty="0"/>
          </a:p>
        </p:txBody>
      </p:sp>
      <p:sp>
        <p:nvSpPr>
          <p:cNvPr id="3" name="Content Placeholder 2">
            <a:extLst>
              <a:ext uri="{FF2B5EF4-FFF2-40B4-BE49-F238E27FC236}">
                <a16:creationId xmlns:a16="http://schemas.microsoft.com/office/drawing/2014/main" id="{E1C26220-74CA-DE74-49D6-E07DA30084E8}"/>
              </a:ext>
            </a:extLst>
          </p:cNvPr>
          <p:cNvSpPr>
            <a:spLocks noGrp="1"/>
          </p:cNvSpPr>
          <p:nvPr>
            <p:ph idx="1"/>
          </p:nvPr>
        </p:nvSpPr>
        <p:spPr>
          <a:xfrm>
            <a:off x="838200" y="786753"/>
            <a:ext cx="5591628" cy="5730161"/>
          </a:xfrm>
        </p:spPr>
        <p:txBody>
          <a:bodyPr vert="horz" lIns="91440" tIns="45720" rIns="91440" bIns="45720" rtlCol="0" anchor="t">
            <a:normAutofit fontScale="92500"/>
          </a:bodyPr>
          <a:lstStyle/>
          <a:p>
            <a:pPr marL="0" indent="0">
              <a:buNone/>
            </a:pPr>
            <a:r>
              <a:rPr lang="en-US" sz="2400" b="1" dirty="0">
                <a:solidFill>
                  <a:schemeClr val="accent6">
                    <a:lumMod val="76000"/>
                  </a:schemeClr>
                </a:solidFill>
                <a:ea typeface="+mn-lt"/>
                <a:cs typeface="+mn-lt"/>
              </a:rPr>
              <a:t>Tree-based models (retained)</a:t>
            </a:r>
            <a:endParaRPr lang="en-US" dirty="0">
              <a:solidFill>
                <a:schemeClr val="accent6">
                  <a:lumMod val="76000"/>
                </a:schemeClr>
              </a:solidFill>
            </a:endParaRPr>
          </a:p>
          <a:p>
            <a:pPr>
              <a:buFont typeface="Arial"/>
              <a:buChar char="•"/>
            </a:pPr>
            <a:r>
              <a:rPr lang="en-US" sz="2400" dirty="0" err="1">
                <a:ea typeface="+mn-lt"/>
                <a:cs typeface="+mn-lt"/>
              </a:rPr>
              <a:t>XGBoost</a:t>
            </a:r>
            <a:r>
              <a:rPr lang="en-US" sz="2400" dirty="0">
                <a:ea typeface="+mn-lt"/>
                <a:cs typeface="+mn-lt"/>
              </a:rPr>
              <a:t> – Tweedie</a:t>
            </a:r>
            <a:endParaRPr lang="en-US" dirty="0"/>
          </a:p>
          <a:p>
            <a:pPr>
              <a:buFont typeface="Arial"/>
              <a:buChar char="•"/>
            </a:pPr>
            <a:r>
              <a:rPr lang="en-US" sz="2400" dirty="0" err="1">
                <a:ea typeface="+mn-lt"/>
                <a:cs typeface="+mn-lt"/>
              </a:rPr>
              <a:t>XGBoost</a:t>
            </a:r>
            <a:r>
              <a:rPr lang="en-US" sz="2400" dirty="0">
                <a:ea typeface="+mn-lt"/>
                <a:cs typeface="+mn-lt"/>
              </a:rPr>
              <a:t> – Log1p</a:t>
            </a:r>
            <a:endParaRPr lang="en-US" dirty="0"/>
          </a:p>
          <a:p>
            <a:pPr>
              <a:buFont typeface="Arial"/>
              <a:buChar char="•"/>
            </a:pPr>
            <a:r>
              <a:rPr lang="en-US" sz="2400" dirty="0" err="1">
                <a:ea typeface="+mn-lt"/>
                <a:cs typeface="+mn-lt"/>
              </a:rPr>
              <a:t>LightGBM</a:t>
            </a:r>
            <a:r>
              <a:rPr lang="en-US" sz="2400" dirty="0">
                <a:ea typeface="+mn-lt"/>
                <a:cs typeface="+mn-lt"/>
              </a:rPr>
              <a:t> – Log-RMSE</a:t>
            </a:r>
            <a:endParaRPr lang="en-US" dirty="0"/>
          </a:p>
          <a:p>
            <a:pPr marL="0" indent="0">
              <a:buNone/>
            </a:pPr>
            <a:r>
              <a:rPr lang="en-US" sz="2400" b="1" dirty="0">
                <a:solidFill>
                  <a:srgbClr val="C00000"/>
                </a:solidFill>
                <a:ea typeface="+mn-lt"/>
                <a:cs typeface="+mn-lt"/>
              </a:rPr>
              <a:t>Neural / global models (tested, discarded)</a:t>
            </a:r>
            <a:endParaRPr lang="en-US" dirty="0">
              <a:solidFill>
                <a:srgbClr val="C00000"/>
              </a:solidFill>
            </a:endParaRPr>
          </a:p>
          <a:p>
            <a:pPr>
              <a:buFont typeface="Arial"/>
              <a:buChar char="•"/>
            </a:pPr>
            <a:r>
              <a:rPr lang="en-US" sz="2400" dirty="0">
                <a:ea typeface="+mn-lt"/>
                <a:cs typeface="+mn-lt"/>
              </a:rPr>
              <a:t>N-</a:t>
            </a:r>
            <a:r>
              <a:rPr lang="en-US" sz="2400" dirty="0" err="1">
                <a:ea typeface="+mn-lt"/>
                <a:cs typeface="+mn-lt"/>
              </a:rPr>
              <a:t>HiTS</a:t>
            </a:r>
            <a:endParaRPr lang="en-US" dirty="0"/>
          </a:p>
          <a:p>
            <a:pPr>
              <a:buFont typeface="Arial"/>
              <a:buChar char="•"/>
            </a:pPr>
            <a:r>
              <a:rPr lang="en-US" sz="2400" dirty="0">
                <a:ea typeface="+mn-lt"/>
                <a:cs typeface="+mn-lt"/>
              </a:rPr>
              <a:t>N-</a:t>
            </a:r>
            <a:r>
              <a:rPr lang="en-US" sz="2400" dirty="0" err="1">
                <a:ea typeface="+mn-lt"/>
                <a:cs typeface="+mn-lt"/>
              </a:rPr>
              <a:t>BEATSx</a:t>
            </a:r>
            <a:r>
              <a:rPr lang="en-US" sz="2400" dirty="0">
                <a:ea typeface="+mn-lt"/>
                <a:cs typeface="+mn-lt"/>
              </a:rPr>
              <a:t> / TFT</a:t>
            </a:r>
            <a:endParaRPr lang="en-US" dirty="0"/>
          </a:p>
          <a:p>
            <a:pPr marL="0" indent="0">
              <a:buNone/>
            </a:pPr>
            <a:r>
              <a:rPr lang="en-US" sz="2400" b="1" dirty="0">
                <a:solidFill>
                  <a:schemeClr val="accent4">
                    <a:lumMod val="76000"/>
                  </a:schemeClr>
                </a:solidFill>
                <a:ea typeface="+mn-lt"/>
                <a:cs typeface="+mn-lt"/>
              </a:rPr>
              <a:t>Classical baselines (benchmarks, not used)</a:t>
            </a:r>
            <a:endParaRPr lang="en-US" dirty="0">
              <a:solidFill>
                <a:schemeClr val="accent4">
                  <a:lumMod val="76000"/>
                </a:schemeClr>
              </a:solidFill>
            </a:endParaRPr>
          </a:p>
          <a:p>
            <a:pPr>
              <a:buFont typeface="Arial"/>
              <a:buChar char="•"/>
            </a:pPr>
            <a:r>
              <a:rPr lang="en-US" sz="2400" dirty="0">
                <a:ea typeface="+mn-lt"/>
                <a:cs typeface="+mn-lt"/>
              </a:rPr>
              <a:t>Seasonal Naïve</a:t>
            </a:r>
            <a:endParaRPr lang="en-US" dirty="0"/>
          </a:p>
          <a:p>
            <a:pPr>
              <a:buFont typeface="Arial"/>
              <a:buChar char="•"/>
            </a:pPr>
            <a:r>
              <a:rPr lang="en-US" sz="2400" dirty="0">
                <a:ea typeface="+mn-lt"/>
                <a:cs typeface="+mn-lt"/>
              </a:rPr>
              <a:t>STL-ETS / SARIMAX-lite</a:t>
            </a:r>
            <a:endParaRPr lang="en-US" sz="2400" dirty="0">
              <a:cs typeface="Arial"/>
            </a:endParaRPr>
          </a:p>
          <a:p>
            <a:pPr marL="0" indent="0">
              <a:buNone/>
            </a:pPr>
            <a:r>
              <a:rPr lang="en-US" sz="2400" i="1" dirty="0">
                <a:ea typeface="+mn-lt"/>
                <a:cs typeface="+mn-lt"/>
              </a:rPr>
              <a:t>Only models that consistently beat the naïve baseline under </a:t>
            </a:r>
            <a:r>
              <a:rPr lang="en-US" sz="2400" i="1" dirty="0" err="1">
                <a:ea typeface="+mn-lt"/>
                <a:cs typeface="+mn-lt"/>
              </a:rPr>
              <a:t>sMAPE</a:t>
            </a:r>
            <a:r>
              <a:rPr lang="en-US" sz="2400" i="1" dirty="0">
                <a:ea typeface="+mn-lt"/>
                <a:cs typeface="+mn-lt"/>
              </a:rPr>
              <a:t> at HS-4 aggregation were retained.</a:t>
            </a:r>
            <a:endParaRPr lang="en-US" sz="2400" i="1" dirty="0">
              <a:cs typeface="Arial"/>
            </a:endParaRPr>
          </a:p>
          <a:p>
            <a:pPr marL="0" indent="0">
              <a:lnSpc>
                <a:spcPct val="100000"/>
              </a:lnSpc>
              <a:spcBef>
                <a:spcPct val="0"/>
              </a:spcBef>
              <a:spcAft>
                <a:spcPct val="0"/>
              </a:spcAft>
              <a:buFontTx/>
              <a:buChar char="•"/>
            </a:pPr>
            <a:endParaRPr lang="en-US" altLang="en-US" sz="2400" dirty="0">
              <a:cs typeface="Arial"/>
            </a:endParaRPr>
          </a:p>
          <a:p>
            <a:pPr marL="0" indent="0">
              <a:buNone/>
            </a:pPr>
            <a:endParaRPr lang="en-US" sz="2400" dirty="0"/>
          </a:p>
        </p:txBody>
      </p:sp>
      <p:pic>
        <p:nvPicPr>
          <p:cNvPr id="5" name="Content Placeholder 6" descr="A cartoon of a person digging a pile of snow&#10;&#10;AI-generated content may be incorrect.">
            <a:extLst>
              <a:ext uri="{FF2B5EF4-FFF2-40B4-BE49-F238E27FC236}">
                <a16:creationId xmlns:a16="http://schemas.microsoft.com/office/drawing/2014/main" id="{BA61F3B0-55F2-1C19-B2E5-8A1B254516A3}"/>
              </a:ext>
            </a:extLst>
          </p:cNvPr>
          <p:cNvPicPr>
            <a:picLocks noChangeAspect="1"/>
          </p:cNvPicPr>
          <p:nvPr/>
        </p:nvPicPr>
        <p:blipFill>
          <a:blip r:embed="rId3"/>
          <a:stretch>
            <a:fillRect/>
          </a:stretch>
        </p:blipFill>
        <p:spPr>
          <a:xfrm>
            <a:off x="6705601" y="786753"/>
            <a:ext cx="5021942" cy="5944894"/>
          </a:xfrm>
          <a:prstGeom prst="rect">
            <a:avLst/>
          </a:prstGeom>
        </p:spPr>
      </p:pic>
      <p:sp>
        <p:nvSpPr>
          <p:cNvPr id="6" name="TextBox 5">
            <a:extLst>
              <a:ext uri="{FF2B5EF4-FFF2-40B4-BE49-F238E27FC236}">
                <a16:creationId xmlns:a16="http://schemas.microsoft.com/office/drawing/2014/main" id="{D184761A-7D70-DA89-CD4C-211D8A83447B}"/>
              </a:ext>
            </a:extLst>
          </p:cNvPr>
          <p:cNvSpPr txBox="1"/>
          <p:nvPr/>
        </p:nvSpPr>
        <p:spPr>
          <a:xfrm>
            <a:off x="6705601" y="6454648"/>
            <a:ext cx="1103085" cy="276999"/>
          </a:xfrm>
          <a:prstGeom prst="rect">
            <a:avLst/>
          </a:prstGeom>
          <a:noFill/>
        </p:spPr>
        <p:txBody>
          <a:bodyPr wrap="square" rtlCol="0">
            <a:spAutoFit/>
          </a:bodyPr>
          <a:lstStyle/>
          <a:p>
            <a:r>
              <a:rPr lang="en-US" sz="1200" dirty="0"/>
              <a:t>Source: XKCD</a:t>
            </a:r>
          </a:p>
        </p:txBody>
      </p:sp>
    </p:spTree>
    <p:extLst>
      <p:ext uri="{BB962C8B-B14F-4D97-AF65-F5344CB8AC3E}">
        <p14:creationId xmlns:p14="http://schemas.microsoft.com/office/powerpoint/2010/main" val="1666055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469FA-F0E3-5F46-86B4-C3FB473C6643}"/>
              </a:ext>
            </a:extLst>
          </p:cNvPr>
          <p:cNvSpPr>
            <a:spLocks noGrp="1"/>
          </p:cNvSpPr>
          <p:nvPr>
            <p:ph type="title"/>
          </p:nvPr>
        </p:nvSpPr>
        <p:spPr>
          <a:xfrm>
            <a:off x="838200" y="557188"/>
            <a:ext cx="10515600" cy="821669"/>
          </a:xfrm>
        </p:spPr>
        <p:txBody>
          <a:bodyPr>
            <a:normAutofit/>
          </a:bodyPr>
          <a:lstStyle/>
          <a:p>
            <a:pPr algn="ctr"/>
            <a:r>
              <a:rPr lang="en-US" sz="5200" dirty="0"/>
              <a:t>Final list</a:t>
            </a:r>
          </a:p>
        </p:txBody>
      </p:sp>
      <p:graphicFrame>
        <p:nvGraphicFramePr>
          <p:cNvPr id="4" name="Content Placeholder 3">
            <a:extLst>
              <a:ext uri="{FF2B5EF4-FFF2-40B4-BE49-F238E27FC236}">
                <a16:creationId xmlns:a16="http://schemas.microsoft.com/office/drawing/2014/main" id="{F8046D70-08FD-B4B5-3F8E-94096F4C1656}"/>
              </a:ext>
            </a:extLst>
          </p:cNvPr>
          <p:cNvGraphicFramePr>
            <a:graphicFrameLocks noGrp="1"/>
          </p:cNvGraphicFramePr>
          <p:nvPr>
            <p:ph idx="1"/>
            <p:extLst>
              <p:ext uri="{D42A27DB-BD31-4B8C-83A1-F6EECF244321}">
                <p14:modId xmlns:p14="http://schemas.microsoft.com/office/powerpoint/2010/main" val="1830796057"/>
              </p:ext>
            </p:extLst>
          </p:nvPr>
        </p:nvGraphicFramePr>
        <p:xfrm>
          <a:off x="1039260" y="1582058"/>
          <a:ext cx="10110429" cy="4352545"/>
        </p:xfrm>
        <a:graphic>
          <a:graphicData uri="http://schemas.openxmlformats.org/drawingml/2006/table">
            <a:tbl>
              <a:tblPr firstRow="1">
                <a:tableStyleId>{073A0DAA-6AF3-43AB-8588-CEC1D06C72B9}</a:tableStyleId>
              </a:tblPr>
              <a:tblGrid>
                <a:gridCol w="3273918">
                  <a:extLst>
                    <a:ext uri="{9D8B030D-6E8A-4147-A177-3AD203B41FA5}">
                      <a16:colId xmlns:a16="http://schemas.microsoft.com/office/drawing/2014/main" val="2712976409"/>
                    </a:ext>
                  </a:extLst>
                </a:gridCol>
                <a:gridCol w="3239956">
                  <a:extLst>
                    <a:ext uri="{9D8B030D-6E8A-4147-A177-3AD203B41FA5}">
                      <a16:colId xmlns:a16="http://schemas.microsoft.com/office/drawing/2014/main" val="1196263757"/>
                    </a:ext>
                  </a:extLst>
                </a:gridCol>
                <a:gridCol w="3596555">
                  <a:extLst>
                    <a:ext uri="{9D8B030D-6E8A-4147-A177-3AD203B41FA5}">
                      <a16:colId xmlns:a16="http://schemas.microsoft.com/office/drawing/2014/main" val="1246192664"/>
                    </a:ext>
                  </a:extLst>
                </a:gridCol>
              </a:tblGrid>
              <a:tr h="537955">
                <a:tc>
                  <a:txBody>
                    <a:bodyPr/>
                    <a:lstStyle/>
                    <a:p>
                      <a:pPr>
                        <a:buNone/>
                      </a:pPr>
                      <a:r>
                        <a:rPr lang="en-IN" sz="2400"/>
                        <a:t>Model</a:t>
                      </a:r>
                    </a:p>
                  </a:txBody>
                  <a:tcPr marL="122262" marR="122262" marT="61131" marB="61131" anchor="ctr"/>
                </a:tc>
                <a:tc>
                  <a:txBody>
                    <a:bodyPr/>
                    <a:lstStyle/>
                    <a:p>
                      <a:pPr>
                        <a:buNone/>
                      </a:pPr>
                      <a:r>
                        <a:rPr lang="en-IN" sz="2400" dirty="0"/>
                        <a:t>What it optimizes</a:t>
                      </a:r>
                    </a:p>
                  </a:txBody>
                  <a:tcPr marL="122262" marR="122262" marT="61131" marB="61131" anchor="ctr"/>
                </a:tc>
                <a:tc>
                  <a:txBody>
                    <a:bodyPr/>
                    <a:lstStyle/>
                    <a:p>
                      <a:pPr>
                        <a:buNone/>
                      </a:pPr>
                      <a:r>
                        <a:rPr lang="en-IN" sz="2400" dirty="0"/>
                        <a:t>Importance</a:t>
                      </a:r>
                    </a:p>
                  </a:txBody>
                  <a:tcPr marL="122262" marR="122262" marT="61131" marB="61131" anchor="ctr"/>
                </a:tc>
                <a:extLst>
                  <a:ext uri="{0D108BD9-81ED-4DB2-BD59-A6C34878D82A}">
                    <a16:rowId xmlns:a16="http://schemas.microsoft.com/office/drawing/2014/main" val="3645480775"/>
                  </a:ext>
                </a:extLst>
              </a:tr>
              <a:tr h="1271530">
                <a:tc>
                  <a:txBody>
                    <a:bodyPr/>
                    <a:lstStyle/>
                    <a:p>
                      <a:pPr>
                        <a:buNone/>
                      </a:pPr>
                      <a:r>
                        <a:rPr lang="en-IN" sz="2400" b="1" dirty="0" err="1"/>
                        <a:t>XGBoost</a:t>
                      </a:r>
                      <a:r>
                        <a:rPr lang="en-IN" sz="2400" b="1" dirty="0"/>
                        <a:t> – Tweedie</a:t>
                      </a:r>
                      <a:endParaRPr lang="en-IN" sz="2400" dirty="0"/>
                    </a:p>
                  </a:txBody>
                  <a:tcPr marL="122262" marR="122262" marT="61131" marB="61131" anchor="ctr"/>
                </a:tc>
                <a:tc>
                  <a:txBody>
                    <a:bodyPr/>
                    <a:lstStyle/>
                    <a:p>
                      <a:pPr>
                        <a:buNone/>
                      </a:pPr>
                      <a:r>
                        <a:rPr lang="en-IN" sz="2400"/>
                        <a:t>Zero-inflated, heavy-tailed loss</a:t>
                      </a:r>
                    </a:p>
                  </a:txBody>
                  <a:tcPr marL="122262" marR="122262" marT="61131" marB="61131" anchor="ctr"/>
                </a:tc>
                <a:tc>
                  <a:txBody>
                    <a:bodyPr/>
                    <a:lstStyle/>
                    <a:p>
                      <a:pPr>
                        <a:buNone/>
                      </a:pPr>
                      <a:r>
                        <a:rPr lang="en-IN" sz="2400"/>
                        <a:t>Handles no-trade months and extreme spikes naturally</a:t>
                      </a:r>
                    </a:p>
                  </a:txBody>
                  <a:tcPr marL="122262" marR="122262" marT="61131" marB="61131" anchor="ctr"/>
                </a:tc>
                <a:extLst>
                  <a:ext uri="{0D108BD9-81ED-4DB2-BD59-A6C34878D82A}">
                    <a16:rowId xmlns:a16="http://schemas.microsoft.com/office/drawing/2014/main" val="271575409"/>
                  </a:ext>
                </a:extLst>
              </a:tr>
              <a:tr h="1271530">
                <a:tc>
                  <a:txBody>
                    <a:bodyPr/>
                    <a:lstStyle/>
                    <a:p>
                      <a:pPr>
                        <a:buNone/>
                      </a:pPr>
                      <a:r>
                        <a:rPr lang="en-IN" sz="2400" b="1" dirty="0" err="1"/>
                        <a:t>XGBoost</a:t>
                      </a:r>
                      <a:r>
                        <a:rPr lang="en-IN" sz="2400" b="1" dirty="0"/>
                        <a:t> – Log1p</a:t>
                      </a:r>
                      <a:endParaRPr lang="en-IN" sz="2400" dirty="0"/>
                    </a:p>
                  </a:txBody>
                  <a:tcPr marL="122262" marR="122262" marT="61131" marB="61131" anchor="ctr"/>
                </a:tc>
                <a:tc>
                  <a:txBody>
                    <a:bodyPr/>
                    <a:lstStyle/>
                    <a:p>
                      <a:pPr>
                        <a:buNone/>
                      </a:pPr>
                      <a:r>
                        <a:rPr lang="en-IN" sz="2400" dirty="0"/>
                        <a:t>Squared error on log scale</a:t>
                      </a:r>
                    </a:p>
                  </a:txBody>
                  <a:tcPr marL="122262" marR="122262" marT="61131" marB="61131" anchor="ctr"/>
                </a:tc>
                <a:tc>
                  <a:txBody>
                    <a:bodyPr/>
                    <a:lstStyle/>
                    <a:p>
                      <a:pPr>
                        <a:buNone/>
                      </a:pPr>
                      <a:r>
                        <a:rPr lang="en-IN" sz="2400"/>
                        <a:t>Stabilizes learning on mid-range, regular trade flows</a:t>
                      </a:r>
                    </a:p>
                  </a:txBody>
                  <a:tcPr marL="122262" marR="122262" marT="61131" marB="61131" anchor="ctr"/>
                </a:tc>
                <a:extLst>
                  <a:ext uri="{0D108BD9-81ED-4DB2-BD59-A6C34878D82A}">
                    <a16:rowId xmlns:a16="http://schemas.microsoft.com/office/drawing/2014/main" val="337038587"/>
                  </a:ext>
                </a:extLst>
              </a:tr>
              <a:tr h="1271530">
                <a:tc>
                  <a:txBody>
                    <a:bodyPr/>
                    <a:lstStyle/>
                    <a:p>
                      <a:pPr>
                        <a:buNone/>
                      </a:pPr>
                      <a:r>
                        <a:rPr lang="en-IN" sz="2400" b="1" dirty="0" err="1"/>
                        <a:t>LightGBM</a:t>
                      </a:r>
                      <a:r>
                        <a:rPr lang="en-IN" sz="2400" b="1" dirty="0"/>
                        <a:t> – Log-RMSE</a:t>
                      </a:r>
                      <a:endParaRPr lang="en-IN" sz="2400" dirty="0"/>
                    </a:p>
                  </a:txBody>
                  <a:tcPr marL="122262" marR="122262" marT="61131" marB="61131" anchor="ctr"/>
                </a:tc>
                <a:tc>
                  <a:txBody>
                    <a:bodyPr/>
                    <a:lstStyle/>
                    <a:p>
                      <a:pPr>
                        <a:buNone/>
                      </a:pPr>
                      <a:r>
                        <a:rPr lang="en-IN" sz="2400"/>
                        <a:t>Simple, low-variance learner</a:t>
                      </a:r>
                    </a:p>
                  </a:txBody>
                  <a:tcPr marL="122262" marR="122262" marT="61131" marB="61131" anchor="ctr"/>
                </a:tc>
                <a:tc>
                  <a:txBody>
                    <a:bodyPr/>
                    <a:lstStyle/>
                    <a:p>
                      <a:pPr>
                        <a:buNone/>
                      </a:pPr>
                      <a:r>
                        <a:rPr lang="en-IN" sz="2400" dirty="0"/>
                        <a:t>Adds robustness and prevents over-reaction to noise</a:t>
                      </a:r>
                    </a:p>
                  </a:txBody>
                  <a:tcPr marL="122262" marR="122262" marT="61131" marB="61131" anchor="ctr"/>
                </a:tc>
                <a:extLst>
                  <a:ext uri="{0D108BD9-81ED-4DB2-BD59-A6C34878D82A}">
                    <a16:rowId xmlns:a16="http://schemas.microsoft.com/office/drawing/2014/main" val="1304435774"/>
                  </a:ext>
                </a:extLst>
              </a:tr>
            </a:tbl>
          </a:graphicData>
        </a:graphic>
      </p:graphicFrame>
      <p:sp>
        <p:nvSpPr>
          <p:cNvPr id="5" name="TextBox 4">
            <a:extLst>
              <a:ext uri="{FF2B5EF4-FFF2-40B4-BE49-F238E27FC236}">
                <a16:creationId xmlns:a16="http://schemas.microsoft.com/office/drawing/2014/main" id="{1F5878A6-E2ED-000B-11C2-8EDECD6CAA9A}"/>
              </a:ext>
            </a:extLst>
          </p:cNvPr>
          <p:cNvSpPr txBox="1"/>
          <p:nvPr/>
        </p:nvSpPr>
        <p:spPr>
          <a:xfrm>
            <a:off x="1039260" y="6005366"/>
            <a:ext cx="9672283" cy="954107"/>
          </a:xfrm>
          <a:prstGeom prst="rect">
            <a:avLst/>
          </a:prstGeom>
          <a:noFill/>
        </p:spPr>
        <p:txBody>
          <a:bodyPr wrap="square" lIns="91440" tIns="45720" rIns="91440" bIns="45720" rtlCol="0" anchor="t">
            <a:spAutoFit/>
          </a:bodyPr>
          <a:lstStyle/>
          <a:p>
            <a:r>
              <a:rPr lang="en-IN" sz="2800" i="1" dirty="0">
                <a:solidFill>
                  <a:srgbClr val="C00000"/>
                </a:solidFill>
              </a:rPr>
              <a:t>These models are usual competition winners</a:t>
            </a:r>
          </a:p>
          <a:p>
            <a:endParaRPr lang="en-US" sz="2800" dirty="0"/>
          </a:p>
        </p:txBody>
      </p:sp>
    </p:spTree>
    <p:extLst>
      <p:ext uri="{BB962C8B-B14F-4D97-AF65-F5344CB8AC3E}">
        <p14:creationId xmlns:p14="http://schemas.microsoft.com/office/powerpoint/2010/main" val="1004196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B64C4-83A5-FD10-8B74-A0AFD130D266}"/>
              </a:ext>
            </a:extLst>
          </p:cNvPr>
          <p:cNvSpPr>
            <a:spLocks noGrp="1"/>
          </p:cNvSpPr>
          <p:nvPr>
            <p:ph type="title"/>
          </p:nvPr>
        </p:nvSpPr>
        <p:spPr>
          <a:xfrm>
            <a:off x="838200" y="304799"/>
            <a:ext cx="10515600" cy="752475"/>
          </a:xfrm>
        </p:spPr>
        <p:txBody>
          <a:bodyPr/>
          <a:lstStyle/>
          <a:p>
            <a:r>
              <a:rPr lang="en-IN" dirty="0"/>
              <a:t>Segmented Modelling approach</a:t>
            </a:r>
            <a:endParaRPr lang="en-US" dirty="0"/>
          </a:p>
        </p:txBody>
      </p:sp>
      <p:sp>
        <p:nvSpPr>
          <p:cNvPr id="3" name="Content Placeholder 2">
            <a:extLst>
              <a:ext uri="{FF2B5EF4-FFF2-40B4-BE49-F238E27FC236}">
                <a16:creationId xmlns:a16="http://schemas.microsoft.com/office/drawing/2014/main" id="{5414A122-317C-0982-6562-61F1288FB1BC}"/>
              </a:ext>
            </a:extLst>
          </p:cNvPr>
          <p:cNvSpPr>
            <a:spLocks noGrp="1"/>
          </p:cNvSpPr>
          <p:nvPr>
            <p:ph idx="1"/>
          </p:nvPr>
        </p:nvSpPr>
        <p:spPr>
          <a:xfrm>
            <a:off x="838199" y="1057274"/>
            <a:ext cx="10686143" cy="5119689"/>
          </a:xfrm>
        </p:spPr>
        <p:txBody>
          <a:bodyPr>
            <a:normAutofit fontScale="92500" lnSpcReduction="10000"/>
          </a:bodyPr>
          <a:lstStyle/>
          <a:p>
            <a:pPr marL="0" indent="0">
              <a:buNone/>
            </a:pPr>
            <a:r>
              <a:rPr lang="en-IN" b="1" dirty="0">
                <a:solidFill>
                  <a:srgbClr val="C00000"/>
                </a:solidFill>
              </a:rPr>
              <a:t>Trade dynamics differ by country and flow</a:t>
            </a:r>
            <a:br>
              <a:rPr lang="en-IN" dirty="0"/>
            </a:br>
            <a:r>
              <a:rPr lang="en-IN" dirty="0"/>
              <a:t>Export and import </a:t>
            </a:r>
            <a:r>
              <a:rPr lang="en-IN" dirty="0" err="1"/>
              <a:t>behavior</a:t>
            </a:r>
            <a:r>
              <a:rPr lang="en-IN" dirty="0"/>
              <a:t> varies structurally between the USA and China. Even some partners change. </a:t>
            </a:r>
          </a:p>
          <a:p>
            <a:pPr marL="0" indent="0">
              <a:buNone/>
            </a:pPr>
            <a:r>
              <a:rPr lang="en-IN" b="1" dirty="0">
                <a:solidFill>
                  <a:srgbClr val="C00000"/>
                </a:solidFill>
              </a:rPr>
              <a:t>Four distinct </a:t>
            </a:r>
            <a:r>
              <a:rPr lang="en-IN" b="1" dirty="0" err="1">
                <a:solidFill>
                  <a:srgbClr val="C00000"/>
                </a:solidFill>
              </a:rPr>
              <a:t>modeling</a:t>
            </a:r>
            <a:r>
              <a:rPr lang="en-IN" b="1" dirty="0">
                <a:solidFill>
                  <a:srgbClr val="C00000"/>
                </a:solidFill>
              </a:rPr>
              <a:t> segments</a:t>
            </a:r>
            <a:endParaRPr lang="en-IN" dirty="0">
              <a:solidFill>
                <a:srgbClr val="C00000"/>
              </a:solidFill>
            </a:endParaRPr>
          </a:p>
          <a:p>
            <a:pPr lvl="1"/>
            <a:r>
              <a:rPr lang="en-IN" dirty="0"/>
              <a:t>China – Exports</a:t>
            </a:r>
          </a:p>
          <a:p>
            <a:pPr lvl="1"/>
            <a:r>
              <a:rPr lang="en-IN" dirty="0"/>
              <a:t>China – Imports</a:t>
            </a:r>
          </a:p>
          <a:p>
            <a:pPr lvl="1"/>
            <a:r>
              <a:rPr lang="en-IN" dirty="0"/>
              <a:t>USA – Exports</a:t>
            </a:r>
          </a:p>
          <a:p>
            <a:pPr lvl="1"/>
            <a:r>
              <a:rPr lang="en-IN" dirty="0"/>
              <a:t>USA – Imports</a:t>
            </a:r>
          </a:p>
          <a:p>
            <a:pPr marL="0" indent="0">
              <a:buNone/>
            </a:pPr>
            <a:r>
              <a:rPr lang="en-IN" b="1" dirty="0">
                <a:solidFill>
                  <a:srgbClr val="C00000"/>
                </a:solidFill>
              </a:rPr>
              <a:t>Segment-specific learning improves accuracy</a:t>
            </a:r>
            <a:br>
              <a:rPr lang="en-IN" dirty="0"/>
            </a:br>
            <a:r>
              <a:rPr lang="en-IN" dirty="0"/>
              <a:t>Allows models to adapt to different seasonality, volatility, and partner structures.</a:t>
            </a:r>
          </a:p>
          <a:p>
            <a:pPr marL="0" indent="0">
              <a:buNone/>
            </a:pPr>
            <a:endParaRPr lang="en-IN" dirty="0"/>
          </a:p>
          <a:p>
            <a:pPr marL="0" indent="0">
              <a:buNone/>
            </a:pPr>
            <a:r>
              <a:rPr lang="en-IN" i="1" dirty="0">
                <a:solidFill>
                  <a:srgbClr val="C00000"/>
                </a:solidFill>
              </a:rPr>
              <a:t>Each segment is </a:t>
            </a:r>
            <a:r>
              <a:rPr lang="en-IN" i="1" dirty="0" err="1">
                <a:solidFill>
                  <a:srgbClr val="C00000"/>
                </a:solidFill>
              </a:rPr>
              <a:t>modeled</a:t>
            </a:r>
            <a:r>
              <a:rPr lang="en-IN" i="1" dirty="0">
                <a:solidFill>
                  <a:srgbClr val="C00000"/>
                </a:solidFill>
              </a:rPr>
              <a:t> independently and later combined into a unified forecast.</a:t>
            </a:r>
          </a:p>
        </p:txBody>
      </p:sp>
    </p:spTree>
    <p:extLst>
      <p:ext uri="{BB962C8B-B14F-4D97-AF65-F5344CB8AC3E}">
        <p14:creationId xmlns:p14="http://schemas.microsoft.com/office/powerpoint/2010/main" val="421038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AE472-AC77-34FE-D7AF-0DF89FAB5679}"/>
              </a:ext>
            </a:extLst>
          </p:cNvPr>
          <p:cNvSpPr>
            <a:spLocks noGrp="1"/>
          </p:cNvSpPr>
          <p:nvPr>
            <p:ph type="title"/>
          </p:nvPr>
        </p:nvSpPr>
        <p:spPr/>
        <p:txBody>
          <a:bodyPr>
            <a:normAutofit/>
          </a:bodyPr>
          <a:lstStyle/>
          <a:p>
            <a:r>
              <a:rPr lang="en-US" sz="4000">
                <a:ea typeface="+mj-lt"/>
                <a:cs typeface="+mj-lt"/>
              </a:rPr>
              <a:t>Segment-Specific Forecast Horizons and Cut-Offs</a:t>
            </a:r>
            <a:endParaRPr lang="en-US" sz="4000"/>
          </a:p>
        </p:txBody>
      </p:sp>
      <p:graphicFrame>
        <p:nvGraphicFramePr>
          <p:cNvPr id="5" name="Content Placeholder 4">
            <a:extLst>
              <a:ext uri="{FF2B5EF4-FFF2-40B4-BE49-F238E27FC236}">
                <a16:creationId xmlns:a16="http://schemas.microsoft.com/office/drawing/2014/main" id="{7C3F39E1-BB1B-B11E-1570-DCDFC2EA8826}"/>
              </a:ext>
            </a:extLst>
          </p:cNvPr>
          <p:cNvGraphicFramePr>
            <a:graphicFrameLocks noGrp="1"/>
          </p:cNvGraphicFramePr>
          <p:nvPr>
            <p:ph idx="1"/>
          </p:nvPr>
        </p:nvGraphicFramePr>
        <p:xfrm>
          <a:off x="838200" y="1825625"/>
          <a:ext cx="10515596" cy="4229100"/>
        </p:xfrm>
        <a:graphic>
          <a:graphicData uri="http://schemas.openxmlformats.org/drawingml/2006/table">
            <a:tbl>
              <a:tblPr bandRow="1">
                <a:tableStyleId>{5C22544A-7EE6-4342-B048-85BDC9FD1C3A}</a:tableStyleId>
              </a:tblPr>
              <a:tblGrid>
                <a:gridCol w="1147991">
                  <a:extLst>
                    <a:ext uri="{9D8B030D-6E8A-4147-A177-3AD203B41FA5}">
                      <a16:colId xmlns:a16="http://schemas.microsoft.com/office/drawing/2014/main" val="3172062371"/>
                    </a:ext>
                  </a:extLst>
                </a:gridCol>
                <a:gridCol w="1221462">
                  <a:extLst>
                    <a:ext uri="{9D8B030D-6E8A-4147-A177-3AD203B41FA5}">
                      <a16:colId xmlns:a16="http://schemas.microsoft.com/office/drawing/2014/main" val="82854035"/>
                    </a:ext>
                  </a:extLst>
                </a:gridCol>
                <a:gridCol w="1735762">
                  <a:extLst>
                    <a:ext uri="{9D8B030D-6E8A-4147-A177-3AD203B41FA5}">
                      <a16:colId xmlns:a16="http://schemas.microsoft.com/office/drawing/2014/main" val="488050416"/>
                    </a:ext>
                  </a:extLst>
                </a:gridCol>
                <a:gridCol w="2498028">
                  <a:extLst>
                    <a:ext uri="{9D8B030D-6E8A-4147-A177-3AD203B41FA5}">
                      <a16:colId xmlns:a16="http://schemas.microsoft.com/office/drawing/2014/main" val="2950275097"/>
                    </a:ext>
                  </a:extLst>
                </a:gridCol>
                <a:gridCol w="2277614">
                  <a:extLst>
                    <a:ext uri="{9D8B030D-6E8A-4147-A177-3AD203B41FA5}">
                      <a16:colId xmlns:a16="http://schemas.microsoft.com/office/drawing/2014/main" val="2192122680"/>
                    </a:ext>
                  </a:extLst>
                </a:gridCol>
                <a:gridCol w="1634739">
                  <a:extLst>
                    <a:ext uri="{9D8B030D-6E8A-4147-A177-3AD203B41FA5}">
                      <a16:colId xmlns:a16="http://schemas.microsoft.com/office/drawing/2014/main" val="3878800411"/>
                    </a:ext>
                  </a:extLst>
                </a:gridCol>
              </a:tblGrid>
              <a:tr h="762000">
                <a:tc>
                  <a:txBody>
                    <a:bodyPr/>
                    <a:lstStyle/>
                    <a:p>
                      <a:pPr fontAlgn="ctr">
                        <a:buNone/>
                      </a:pPr>
                      <a:endParaRPr lang="en-US">
                        <a:effectLst/>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289" cap="flat" cmpd="sng" algn="ctr">
                      <a:solidFill>
                        <a:srgbClr val="FFFFFF"/>
                      </a:solidFill>
                      <a:prstDash val="solid"/>
                      <a:round/>
                      <a:headEnd type="none" w="med" len="med"/>
                      <a:tailEnd type="none" w="med" len="med"/>
                    </a:lnB>
                    <a:solidFill>
                      <a:srgbClr val="156082"/>
                    </a:solidFill>
                  </a:tcPr>
                </a:tc>
                <a:tc>
                  <a:txBody>
                    <a:bodyPr/>
                    <a:lstStyle/>
                    <a:p>
                      <a:pPr algn="r" fontAlgn="base">
                        <a:lnSpc>
                          <a:spcPts val="2850"/>
                        </a:lnSpc>
                        <a:buNone/>
                      </a:pPr>
                      <a:r>
                        <a:rPr lang="en-IN" sz="2400" b="0" i="0" cap="all">
                          <a:solidFill>
                            <a:srgbClr val="FFFFFF"/>
                          </a:solidFill>
                          <a:effectLst/>
                          <a:latin typeface="Aptos" panose="020B0004020202020204" pitchFamily="34" charset="0"/>
                        </a:rPr>
                        <a:t>FLOW</a:t>
                      </a:r>
                      <a:endParaRPr lang="en-IN" b="1" i="0">
                        <a:solidFill>
                          <a:srgbClr val="FFFFFF"/>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289" cap="flat" cmpd="sng" algn="ctr">
                      <a:solidFill>
                        <a:srgbClr val="FFFFFF"/>
                      </a:solidFill>
                      <a:prstDash val="solid"/>
                      <a:round/>
                      <a:headEnd type="none" w="med" len="med"/>
                      <a:tailEnd type="none" w="med" len="med"/>
                    </a:lnB>
                    <a:solidFill>
                      <a:srgbClr val="156082"/>
                    </a:solidFill>
                  </a:tcPr>
                </a:tc>
                <a:tc>
                  <a:txBody>
                    <a:bodyPr/>
                    <a:lstStyle/>
                    <a:p>
                      <a:pPr algn="r" fontAlgn="base">
                        <a:lnSpc>
                          <a:spcPts val="2850"/>
                        </a:lnSpc>
                        <a:buNone/>
                      </a:pPr>
                      <a:r>
                        <a:rPr lang="en-IN" sz="2400" b="0" i="0" cap="all">
                          <a:solidFill>
                            <a:srgbClr val="FFFFFF"/>
                          </a:solidFill>
                          <a:effectLst/>
                          <a:latin typeface="Aptos" panose="020B0004020202020204" pitchFamily="34" charset="0"/>
                        </a:rPr>
                        <a:t>HORIZON </a:t>
                      </a:r>
                      <a:endParaRPr lang="en-IN" b="1" i="0">
                        <a:solidFill>
                          <a:srgbClr val="FFFFFF"/>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289" cap="flat" cmpd="sng" algn="ctr">
                      <a:solidFill>
                        <a:srgbClr val="FFFFFF"/>
                      </a:solidFill>
                      <a:prstDash val="solid"/>
                      <a:round/>
                      <a:headEnd type="none" w="med" len="med"/>
                      <a:tailEnd type="none" w="med" len="med"/>
                    </a:lnB>
                    <a:solidFill>
                      <a:srgbClr val="156082"/>
                    </a:solidFill>
                  </a:tcPr>
                </a:tc>
                <a:tc>
                  <a:txBody>
                    <a:bodyPr/>
                    <a:lstStyle/>
                    <a:p>
                      <a:pPr algn="r" fontAlgn="base">
                        <a:lnSpc>
                          <a:spcPts val="2850"/>
                        </a:lnSpc>
                        <a:buNone/>
                      </a:pPr>
                      <a:r>
                        <a:rPr lang="en-IN" sz="2400" b="0" i="0" cap="all">
                          <a:solidFill>
                            <a:srgbClr val="FFFFFF"/>
                          </a:solidFill>
                          <a:effectLst/>
                          <a:latin typeface="Aptos" panose="020B0004020202020204" pitchFamily="34" charset="0"/>
                        </a:rPr>
                        <a:t>last_context</a:t>
                      </a:r>
                      <a:endParaRPr lang="en-IN" b="1" i="0">
                        <a:solidFill>
                          <a:srgbClr val="FFFFFF"/>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289" cap="flat" cmpd="sng" algn="ctr">
                      <a:solidFill>
                        <a:srgbClr val="FFFFFF"/>
                      </a:solidFill>
                      <a:prstDash val="solid"/>
                      <a:round/>
                      <a:headEnd type="none" w="med" len="med"/>
                      <a:tailEnd type="none" w="med" len="med"/>
                    </a:lnB>
                    <a:solidFill>
                      <a:srgbClr val="156082"/>
                    </a:solidFill>
                  </a:tcPr>
                </a:tc>
                <a:tc>
                  <a:txBody>
                    <a:bodyPr/>
                    <a:lstStyle/>
                    <a:p>
                      <a:pPr algn="r" fontAlgn="base">
                        <a:lnSpc>
                          <a:spcPts val="2850"/>
                        </a:lnSpc>
                        <a:buNone/>
                      </a:pPr>
                      <a:r>
                        <a:rPr lang="en-IN" sz="2400" b="0" i="0" cap="all">
                          <a:solidFill>
                            <a:srgbClr val="FFFFFF"/>
                          </a:solidFill>
                          <a:effectLst/>
                          <a:latin typeface="Aptos" panose="020B0004020202020204" pitchFamily="34" charset="0"/>
                        </a:rPr>
                        <a:t>max_train</a:t>
                      </a:r>
                      <a:endParaRPr lang="en-IN" b="1" i="0">
                        <a:solidFill>
                          <a:srgbClr val="FFFFFF"/>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289"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2850"/>
                        </a:lnSpc>
                        <a:buNone/>
                      </a:pPr>
                      <a:r>
                        <a:rPr lang="en-US" sz="2400" b="0" i="0" cap="all">
                          <a:solidFill>
                            <a:srgbClr val="FFFFFF"/>
                          </a:solidFill>
                          <a:effectLst/>
                          <a:latin typeface="Aptos" panose="020B0004020202020204" pitchFamily="34" charset="0"/>
                        </a:rPr>
                        <a:t>PREDICT</a:t>
                      </a:r>
                      <a:endParaRPr lang="en-US" b="1" i="0">
                        <a:solidFill>
                          <a:srgbClr val="FFFFFF"/>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289"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3920224505"/>
                  </a:ext>
                </a:extLst>
              </a:tr>
              <a:tr h="866775">
                <a:tc>
                  <a:txBody>
                    <a:bodyPr/>
                    <a:lstStyle/>
                    <a:p>
                      <a:pPr algn="r" fontAlgn="base">
                        <a:lnSpc>
                          <a:spcPts val="2400"/>
                        </a:lnSpc>
                        <a:buNone/>
                      </a:pPr>
                      <a:r>
                        <a:rPr lang="en-IN" sz="2000" b="1" i="0">
                          <a:solidFill>
                            <a:srgbClr val="000000"/>
                          </a:solidFill>
                          <a:effectLst/>
                          <a:latin typeface="Aptos" panose="020B0004020202020204" pitchFamily="34" charset="0"/>
                        </a:rPr>
                        <a:t>CHN</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Export</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2025-08-01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C00000"/>
                          </a:solidFill>
                          <a:effectLst/>
                          <a:latin typeface="Aptos" panose="020B0004020202020204" pitchFamily="34" charset="0"/>
                        </a:rPr>
                        <a:t>2025-06-01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2025-10-01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289"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012929458"/>
                  </a:ext>
                </a:extLst>
              </a:tr>
              <a:tr h="866775">
                <a:tc>
                  <a:txBody>
                    <a:bodyPr/>
                    <a:lstStyle/>
                    <a:p>
                      <a:pPr algn="r" fontAlgn="base">
                        <a:lnSpc>
                          <a:spcPts val="2400"/>
                        </a:lnSpc>
                        <a:buNone/>
                      </a:pPr>
                      <a:r>
                        <a:rPr lang="en-IN" sz="2000" b="1" i="0">
                          <a:solidFill>
                            <a:srgbClr val="000000"/>
                          </a:solidFill>
                          <a:effectLst/>
                          <a:latin typeface="Aptos" panose="020B0004020202020204" pitchFamily="34" charset="0"/>
                        </a:rPr>
                        <a:t>CHN</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Import</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2025-08-01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C00000"/>
                          </a:solidFill>
                          <a:effectLst/>
                          <a:latin typeface="Aptos" panose="020B0004020202020204" pitchFamily="34" charset="0"/>
                        </a:rPr>
                        <a:t>2025-06-01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2025-10-01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955762605"/>
                  </a:ext>
                </a:extLst>
              </a:tr>
              <a:tr h="866775">
                <a:tc>
                  <a:txBody>
                    <a:bodyPr/>
                    <a:lstStyle/>
                    <a:p>
                      <a:pPr algn="r" fontAlgn="base">
                        <a:lnSpc>
                          <a:spcPts val="2400"/>
                        </a:lnSpc>
                        <a:buNone/>
                      </a:pPr>
                      <a:r>
                        <a:rPr lang="en-IN" sz="2000" b="1" i="0">
                          <a:solidFill>
                            <a:srgbClr val="000000"/>
                          </a:solidFill>
                          <a:effectLst/>
                          <a:latin typeface="Aptos" panose="020B0004020202020204" pitchFamily="34" charset="0"/>
                        </a:rPr>
                        <a:t>USA</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Export</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3</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2025-07-01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C00000"/>
                          </a:solidFill>
                          <a:effectLst/>
                          <a:latin typeface="Aptos" panose="020B0004020202020204" pitchFamily="34" charset="0"/>
                        </a:rPr>
                        <a:t>2025-04-01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2025-10-01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352560117"/>
                  </a:ext>
                </a:extLst>
              </a:tr>
              <a:tr h="866775">
                <a:tc>
                  <a:txBody>
                    <a:bodyPr/>
                    <a:lstStyle/>
                    <a:p>
                      <a:pPr algn="r" fontAlgn="base">
                        <a:lnSpc>
                          <a:spcPts val="2400"/>
                        </a:lnSpc>
                        <a:buNone/>
                      </a:pPr>
                      <a:r>
                        <a:rPr lang="en-IN" sz="2000" b="1" i="0">
                          <a:solidFill>
                            <a:srgbClr val="000000"/>
                          </a:solidFill>
                          <a:effectLst/>
                          <a:latin typeface="Aptos" panose="020B0004020202020204" pitchFamily="34" charset="0"/>
                        </a:rPr>
                        <a:t>USA</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Import</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3</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2025-07-01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C00000"/>
                          </a:solidFill>
                          <a:effectLst/>
                          <a:latin typeface="Aptos" panose="020B0004020202020204" pitchFamily="34" charset="0"/>
                        </a:rPr>
                        <a:t>2025-04-01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r" fontAlgn="base">
                        <a:lnSpc>
                          <a:spcPts val="2400"/>
                        </a:lnSpc>
                        <a:buNone/>
                      </a:pPr>
                      <a:r>
                        <a:rPr lang="en-IN" sz="2000" b="0" i="0">
                          <a:solidFill>
                            <a:srgbClr val="000000"/>
                          </a:solidFill>
                          <a:effectLst/>
                          <a:latin typeface="Aptos" panose="020B0004020202020204" pitchFamily="34" charset="0"/>
                        </a:rPr>
                        <a:t>2025-10-01</a:t>
                      </a:r>
                      <a:endParaRPr lang="en-IN" b="0" i="0">
                        <a:solidFill>
                          <a:srgbClr val="000000"/>
                        </a:solidFill>
                        <a:effectLst/>
                        <a:latin typeface="Segoe UI" panose="020B0502040204020203" pitchFamily="34" charset="0"/>
                      </a:endParaRPr>
                    </a:p>
                  </a:txBody>
                  <a:tcPr marL="131845" marR="131845" marT="131845" marB="13184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941796109"/>
                  </a:ext>
                </a:extLst>
              </a:tr>
            </a:tbl>
          </a:graphicData>
        </a:graphic>
      </p:graphicFrame>
    </p:spTree>
    <p:extLst>
      <p:ext uri="{BB962C8B-B14F-4D97-AF65-F5344CB8AC3E}">
        <p14:creationId xmlns:p14="http://schemas.microsoft.com/office/powerpoint/2010/main" val="1098226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2FB9A-1FA0-726D-6326-4619A62FA2CF}"/>
              </a:ext>
            </a:extLst>
          </p:cNvPr>
          <p:cNvSpPr>
            <a:spLocks noGrp="1"/>
          </p:cNvSpPr>
          <p:nvPr>
            <p:ph type="title"/>
          </p:nvPr>
        </p:nvSpPr>
        <p:spPr>
          <a:xfrm>
            <a:off x="435429" y="181428"/>
            <a:ext cx="11321142" cy="999218"/>
          </a:xfrm>
        </p:spPr>
        <p:txBody>
          <a:bodyPr>
            <a:noAutofit/>
          </a:bodyPr>
          <a:lstStyle/>
          <a:p>
            <a:r>
              <a:rPr lang="en-US" sz="3600" dirty="0"/>
              <a:t>Cross Validation Strategy </a:t>
            </a:r>
            <a:r>
              <a:rPr lang="en-IN" sz="3600" dirty="0"/>
              <a:t>(Time-Aware &amp; Horizon-Matched)</a:t>
            </a:r>
            <a:endParaRPr lang="en-US" sz="3600" dirty="0"/>
          </a:p>
        </p:txBody>
      </p:sp>
      <p:sp>
        <p:nvSpPr>
          <p:cNvPr id="3" name="Content Placeholder 2">
            <a:extLst>
              <a:ext uri="{FF2B5EF4-FFF2-40B4-BE49-F238E27FC236}">
                <a16:creationId xmlns:a16="http://schemas.microsoft.com/office/drawing/2014/main" id="{3AD3C357-6008-EFFF-4EE0-FC05A64E9270}"/>
              </a:ext>
            </a:extLst>
          </p:cNvPr>
          <p:cNvSpPr>
            <a:spLocks noGrp="1"/>
          </p:cNvSpPr>
          <p:nvPr>
            <p:ph idx="1"/>
          </p:nvPr>
        </p:nvSpPr>
        <p:spPr>
          <a:xfrm>
            <a:off x="838200" y="1337369"/>
            <a:ext cx="10515600" cy="4839594"/>
          </a:xfrm>
        </p:spPr>
        <p:txBody>
          <a:bodyPr>
            <a:normAutofit fontScale="92500" lnSpcReduction="10000"/>
          </a:bodyPr>
          <a:lstStyle/>
          <a:p>
            <a:pPr marL="0" indent="0">
              <a:buNone/>
            </a:pPr>
            <a:r>
              <a:rPr lang="en-IN" b="1" dirty="0">
                <a:solidFill>
                  <a:srgbClr val="C00000"/>
                </a:solidFill>
              </a:rPr>
              <a:t>Rolling, time-ordered folds</a:t>
            </a:r>
            <a:br>
              <a:rPr lang="en-IN" dirty="0"/>
            </a:br>
            <a:r>
              <a:rPr lang="en-IN" dirty="0"/>
              <a:t>Models are always trained on the past and validated on the future — no random splits.</a:t>
            </a:r>
          </a:p>
          <a:p>
            <a:pPr marL="0" indent="0">
              <a:buNone/>
            </a:pPr>
            <a:r>
              <a:rPr lang="en-IN" b="1" dirty="0">
                <a:solidFill>
                  <a:srgbClr val="C00000"/>
                </a:solidFill>
              </a:rPr>
              <a:t>Horizon-matched validation</a:t>
            </a:r>
            <a:br>
              <a:rPr lang="en-IN" dirty="0"/>
            </a:br>
            <a:r>
              <a:rPr lang="en-IN" dirty="0"/>
              <a:t>Validation targets match the final task</a:t>
            </a:r>
            <a:br>
              <a:rPr lang="en-IN" dirty="0"/>
            </a:br>
            <a:r>
              <a:rPr lang="en-IN" i="1" dirty="0"/>
              <a:t>(h = 2 for China, h = 3 for USA)</a:t>
            </a:r>
            <a:r>
              <a:rPr lang="en-IN" dirty="0"/>
              <a:t>.</a:t>
            </a:r>
          </a:p>
          <a:p>
            <a:pPr marL="0" indent="0">
              <a:buNone/>
            </a:pPr>
            <a:r>
              <a:rPr lang="en-IN" b="1" dirty="0">
                <a:solidFill>
                  <a:srgbClr val="C00000"/>
                </a:solidFill>
              </a:rPr>
              <a:t>Later folds weighted more heavily</a:t>
            </a:r>
            <a:br>
              <a:rPr lang="en-IN" dirty="0"/>
            </a:br>
            <a:r>
              <a:rPr lang="en-IN" dirty="0"/>
              <a:t>Performance closer to October 2025 matters more for model selection and </a:t>
            </a:r>
            <a:r>
              <a:rPr lang="en-IN" dirty="0" err="1"/>
              <a:t>ensembling</a:t>
            </a:r>
            <a:r>
              <a:rPr lang="en-IN" dirty="0"/>
              <a:t>.</a:t>
            </a:r>
          </a:p>
          <a:p>
            <a:pPr marL="0" indent="0">
              <a:buNone/>
            </a:pPr>
            <a:endParaRPr lang="en-IN" dirty="0"/>
          </a:p>
          <a:p>
            <a:pPr marL="0" indent="0">
              <a:buNone/>
            </a:pPr>
            <a:r>
              <a:rPr lang="en-IN" i="1" dirty="0">
                <a:solidFill>
                  <a:srgbClr val="C00000"/>
                </a:solidFill>
              </a:rPr>
              <a:t>Validation is done on HS-4 aggregates using </a:t>
            </a:r>
            <a:r>
              <a:rPr lang="en-IN" i="1" dirty="0" err="1">
                <a:solidFill>
                  <a:srgbClr val="C00000"/>
                </a:solidFill>
              </a:rPr>
              <a:t>sMAPE</a:t>
            </a:r>
            <a:r>
              <a:rPr lang="en-IN" i="1" dirty="0">
                <a:solidFill>
                  <a:srgbClr val="C00000"/>
                </a:solidFill>
              </a:rPr>
              <a:t>, compared against a naïve carry-forward baseline.</a:t>
            </a:r>
          </a:p>
          <a:p>
            <a:pPr marL="0" indent="0">
              <a:buNone/>
            </a:pPr>
            <a:endParaRPr lang="en-IN" dirty="0"/>
          </a:p>
          <a:p>
            <a:pPr marL="0" indent="0">
              <a:buNone/>
            </a:pPr>
            <a:endParaRPr lang="en-IN" dirty="0"/>
          </a:p>
          <a:p>
            <a:pPr marL="0" indent="0">
              <a:buNone/>
            </a:pPr>
            <a:endParaRPr lang="en-US" b="1" dirty="0"/>
          </a:p>
        </p:txBody>
      </p:sp>
    </p:spTree>
    <p:extLst>
      <p:ext uri="{BB962C8B-B14F-4D97-AF65-F5344CB8AC3E}">
        <p14:creationId xmlns:p14="http://schemas.microsoft.com/office/powerpoint/2010/main" val="3639812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40814B-1041-62AC-8C74-D0B4602643F7}"/>
              </a:ext>
            </a:extLst>
          </p:cNvPr>
          <p:cNvSpPr>
            <a:spLocks noGrp="1"/>
          </p:cNvSpPr>
          <p:nvPr>
            <p:ph type="title"/>
          </p:nvPr>
        </p:nvSpPr>
        <p:spPr>
          <a:xfrm>
            <a:off x="841248" y="256032"/>
            <a:ext cx="10506456" cy="1014984"/>
          </a:xfrm>
        </p:spPr>
        <p:txBody>
          <a:bodyPr anchor="b">
            <a:normAutofit/>
          </a:bodyPr>
          <a:lstStyle/>
          <a:p>
            <a:r>
              <a:rPr lang="en-US" dirty="0"/>
              <a:t>Cross Validation splits - China</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BA17E08F-F0C9-A5C7-D0BF-98A48FDF3A54}"/>
              </a:ext>
            </a:extLst>
          </p:cNvPr>
          <p:cNvGraphicFramePr>
            <a:graphicFrameLocks noGrp="1"/>
          </p:cNvGraphicFramePr>
          <p:nvPr>
            <p:ph idx="1"/>
            <p:extLst>
              <p:ext uri="{D42A27DB-BD31-4B8C-83A1-F6EECF244321}">
                <p14:modId xmlns:p14="http://schemas.microsoft.com/office/powerpoint/2010/main" val="1411156333"/>
              </p:ext>
            </p:extLst>
          </p:nvPr>
        </p:nvGraphicFramePr>
        <p:xfrm>
          <a:off x="838199" y="1928202"/>
          <a:ext cx="10506455" cy="4382734"/>
        </p:xfrm>
        <a:graphic>
          <a:graphicData uri="http://schemas.openxmlformats.org/drawingml/2006/table">
            <a:tbl>
              <a:tblPr firstRow="1" bandRow="1">
                <a:tableStyleId>{B301B821-A1FF-4177-AEE7-76D212191A09}</a:tableStyleId>
              </a:tblPr>
              <a:tblGrid>
                <a:gridCol w="2154231">
                  <a:extLst>
                    <a:ext uri="{9D8B030D-6E8A-4147-A177-3AD203B41FA5}">
                      <a16:colId xmlns:a16="http://schemas.microsoft.com/office/drawing/2014/main" val="1659133555"/>
                    </a:ext>
                  </a:extLst>
                </a:gridCol>
                <a:gridCol w="2378205">
                  <a:extLst>
                    <a:ext uri="{9D8B030D-6E8A-4147-A177-3AD203B41FA5}">
                      <a16:colId xmlns:a16="http://schemas.microsoft.com/office/drawing/2014/main" val="3320542792"/>
                    </a:ext>
                  </a:extLst>
                </a:gridCol>
                <a:gridCol w="2378205">
                  <a:extLst>
                    <a:ext uri="{9D8B030D-6E8A-4147-A177-3AD203B41FA5}">
                      <a16:colId xmlns:a16="http://schemas.microsoft.com/office/drawing/2014/main" val="1320669653"/>
                    </a:ext>
                  </a:extLst>
                </a:gridCol>
                <a:gridCol w="2091846">
                  <a:extLst>
                    <a:ext uri="{9D8B030D-6E8A-4147-A177-3AD203B41FA5}">
                      <a16:colId xmlns:a16="http://schemas.microsoft.com/office/drawing/2014/main" val="3295269972"/>
                    </a:ext>
                  </a:extLst>
                </a:gridCol>
                <a:gridCol w="1503968">
                  <a:extLst>
                    <a:ext uri="{9D8B030D-6E8A-4147-A177-3AD203B41FA5}">
                      <a16:colId xmlns:a16="http://schemas.microsoft.com/office/drawing/2014/main" val="1474396753"/>
                    </a:ext>
                  </a:extLst>
                </a:gridCol>
              </a:tblGrid>
              <a:tr h="953167">
                <a:tc>
                  <a:txBody>
                    <a:bodyPr/>
                    <a:lstStyle/>
                    <a:p>
                      <a:pPr marL="0" algn="l" defTabSz="914400" rtl="0" eaLnBrk="1" fontAlgn="b" latinLnBrk="0" hangingPunct="1">
                        <a:buNone/>
                      </a:pPr>
                      <a:br>
                        <a:rPr lang="en-IN" sz="2800" b="1" u="none" strike="noStrike" kern="1200" dirty="0">
                          <a:solidFill>
                            <a:srgbClr val="FFFFFF"/>
                          </a:solidFill>
                          <a:effectLst/>
                        </a:rPr>
                      </a:br>
                      <a:r>
                        <a:rPr lang="en-IN" sz="2800" b="1" u="none" strike="noStrike" kern="1200" dirty="0">
                          <a:solidFill>
                            <a:srgbClr val="FFFFFF"/>
                          </a:solidFill>
                          <a:effectLst/>
                        </a:rPr>
                        <a:t>Fold</a:t>
                      </a:r>
                      <a:endParaRPr lang="en-IN" sz="2800" b="1" u="none" strike="noStrike" kern="1200" dirty="0">
                        <a:solidFill>
                          <a:srgbClr val="FFFFFF"/>
                        </a:solidFill>
                        <a:effectLst/>
                        <a:latin typeface="+mn-lt"/>
                        <a:ea typeface="+mn-ea"/>
                        <a:cs typeface="+mn-cs"/>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1" u="none" strike="noStrike" dirty="0" err="1">
                          <a:effectLst/>
                        </a:rPr>
                        <a:t>train_end</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1" u="none" strike="noStrike" dirty="0" err="1">
                          <a:effectLst/>
                        </a:rPr>
                        <a:t>gap_start</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1" u="none" strike="noStrike" dirty="0" err="1">
                          <a:effectLst/>
                        </a:rPr>
                        <a:t>val_target</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1" u="none" strike="noStrike" dirty="0">
                          <a:effectLst/>
                        </a:rPr>
                        <a:t>weight</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9608757"/>
                  </a:ext>
                </a:extLst>
              </a:tr>
              <a:tr h="566748">
                <a:tc>
                  <a:txBody>
                    <a:bodyPr/>
                    <a:lstStyle/>
                    <a:p>
                      <a:pPr algn="r" fontAlgn="ctr">
                        <a:buNone/>
                      </a:pPr>
                      <a:r>
                        <a:rPr lang="en-IN" sz="2500" b="0" u="none" strike="noStrike" dirty="0">
                          <a:effectLst/>
                        </a:rPr>
                        <a:t>C1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2024-05-01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2024-06-01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2024-08-01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1.00</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9087333"/>
                  </a:ext>
                </a:extLst>
              </a:tr>
              <a:tr h="566748">
                <a:tc>
                  <a:txBody>
                    <a:bodyPr/>
                    <a:lstStyle/>
                    <a:p>
                      <a:pPr algn="r" fontAlgn="ctr">
                        <a:buNone/>
                      </a:pPr>
                      <a:r>
                        <a:rPr lang="en-IN" sz="2500" b="0" u="none" strike="noStrike">
                          <a:effectLst/>
                        </a:rPr>
                        <a:t>C2</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2024-06-01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2024-07-01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2024-09-01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1.00</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531635"/>
                  </a:ext>
                </a:extLst>
              </a:tr>
              <a:tr h="566748">
                <a:tc>
                  <a:txBody>
                    <a:bodyPr/>
                    <a:lstStyle/>
                    <a:p>
                      <a:pPr algn="r" fontAlgn="ctr">
                        <a:buNone/>
                      </a:pPr>
                      <a:r>
                        <a:rPr lang="en-IN" sz="2500" b="0" u="none" strike="noStrike">
                          <a:effectLst/>
                        </a:rPr>
                        <a:t>C3</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2024-07-01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2024-08-01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2024-10-01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1.25</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925407"/>
                  </a:ext>
                </a:extLst>
              </a:tr>
              <a:tr h="566748">
                <a:tc>
                  <a:txBody>
                    <a:bodyPr/>
                    <a:lstStyle/>
                    <a:p>
                      <a:pPr algn="r" fontAlgn="ctr">
                        <a:buNone/>
                      </a:pPr>
                      <a:r>
                        <a:rPr lang="en-IN" sz="2500" b="0" u="none" strike="noStrike">
                          <a:effectLst/>
                        </a:rPr>
                        <a:t>C4</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2024-09-01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2024-10-01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2024-12-01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1.00</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0586775"/>
                  </a:ext>
                </a:extLst>
              </a:tr>
              <a:tr h="566748">
                <a:tc>
                  <a:txBody>
                    <a:bodyPr/>
                    <a:lstStyle/>
                    <a:p>
                      <a:pPr algn="r" fontAlgn="ctr">
                        <a:buNone/>
                      </a:pPr>
                      <a:r>
                        <a:rPr lang="en-IN" sz="2500" b="0" u="none" strike="noStrike">
                          <a:effectLst/>
                        </a:rPr>
                        <a:t>C5</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2025-03-01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2025-04-01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2025-06-01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1.50</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4054904"/>
                  </a:ext>
                </a:extLst>
              </a:tr>
              <a:tr h="566748">
                <a:tc>
                  <a:txBody>
                    <a:bodyPr/>
                    <a:lstStyle/>
                    <a:p>
                      <a:pPr algn="r" fontAlgn="ctr">
                        <a:buNone/>
                      </a:pPr>
                      <a:r>
                        <a:rPr lang="en-IN" sz="2500" b="0" u="none" strike="noStrike" dirty="0">
                          <a:effectLst/>
                        </a:rPr>
                        <a:t>C6</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2025-04-01</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2025-05-01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a:effectLst/>
                        </a:rPr>
                        <a:t>2025-07-01</a:t>
                      </a:r>
                      <a:endParaRPr lang="en-IN" sz="2500" b="0" i="0" u="none" strike="noStrike">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buNone/>
                      </a:pPr>
                      <a:r>
                        <a:rPr lang="en-IN" sz="2500" b="0" u="none" strike="noStrike" dirty="0">
                          <a:effectLst/>
                        </a:rPr>
                        <a:t>1.50</a:t>
                      </a:r>
                      <a:endParaRPr lang="en-IN" sz="2500" b="0" i="0" u="none" strike="noStrike" dirty="0">
                        <a:effectLst/>
                        <a:latin typeface="Arial" panose="020B0604020202020204" pitchFamily="34" charset="0"/>
                      </a:endParaRPr>
                    </a:p>
                  </a:txBody>
                  <a:tcPr marL="128806" marR="128806" marT="64403" marB="644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3877577"/>
                  </a:ext>
                </a:extLst>
              </a:tr>
            </a:tbl>
          </a:graphicData>
        </a:graphic>
      </p:graphicFrame>
      <p:sp>
        <p:nvSpPr>
          <p:cNvPr id="5" name="Rectangle 1">
            <a:extLst>
              <a:ext uri="{FF2B5EF4-FFF2-40B4-BE49-F238E27FC236}">
                <a16:creationId xmlns:a16="http://schemas.microsoft.com/office/drawing/2014/main" id="{B5AB40F0-4245-AE56-B9E2-05FAAB98512B}"/>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5631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C8B67-ED35-045C-8102-3CA39C7B32E8}"/>
              </a:ext>
            </a:extLst>
          </p:cNvPr>
          <p:cNvSpPr>
            <a:spLocks noGrp="1"/>
          </p:cNvSpPr>
          <p:nvPr>
            <p:ph type="title"/>
          </p:nvPr>
        </p:nvSpPr>
        <p:spPr>
          <a:xfrm>
            <a:off x="838200" y="365126"/>
            <a:ext cx="10922000" cy="1100818"/>
          </a:xfrm>
        </p:spPr>
        <p:txBody>
          <a:bodyPr/>
          <a:lstStyle/>
          <a:p>
            <a:r>
              <a:rPr lang="en-US" dirty="0"/>
              <a:t>CV scores for one of the models – LGBM</a:t>
            </a:r>
          </a:p>
        </p:txBody>
      </p:sp>
      <p:graphicFrame>
        <p:nvGraphicFramePr>
          <p:cNvPr id="7" name="Content Placeholder 6">
            <a:extLst>
              <a:ext uri="{FF2B5EF4-FFF2-40B4-BE49-F238E27FC236}">
                <a16:creationId xmlns:a16="http://schemas.microsoft.com/office/drawing/2014/main" id="{6F0CB8D6-56A7-4837-0FEE-067978EDF326}"/>
              </a:ext>
            </a:extLst>
          </p:cNvPr>
          <p:cNvGraphicFramePr>
            <a:graphicFrameLocks noGrp="1"/>
          </p:cNvGraphicFramePr>
          <p:nvPr>
            <p:ph idx="1"/>
            <p:extLst>
              <p:ext uri="{D42A27DB-BD31-4B8C-83A1-F6EECF244321}">
                <p14:modId xmlns:p14="http://schemas.microsoft.com/office/powerpoint/2010/main" val="240954047"/>
              </p:ext>
            </p:extLst>
          </p:nvPr>
        </p:nvGraphicFramePr>
        <p:xfrm>
          <a:off x="1103085" y="1596119"/>
          <a:ext cx="10029371" cy="4455886"/>
        </p:xfrm>
        <a:graphic>
          <a:graphicData uri="http://schemas.openxmlformats.org/drawingml/2006/table">
            <a:tbl>
              <a:tblPr firstRow="1" bandRow="1">
                <a:tableStyleId>{B301B821-A1FF-4177-AEE7-76D212191A09}</a:tableStyleId>
              </a:tblPr>
              <a:tblGrid>
                <a:gridCol w="1108241">
                  <a:extLst>
                    <a:ext uri="{9D8B030D-6E8A-4147-A177-3AD203B41FA5}">
                      <a16:colId xmlns:a16="http://schemas.microsoft.com/office/drawing/2014/main" val="4131080944"/>
                    </a:ext>
                  </a:extLst>
                </a:gridCol>
                <a:gridCol w="1834331">
                  <a:extLst>
                    <a:ext uri="{9D8B030D-6E8A-4147-A177-3AD203B41FA5}">
                      <a16:colId xmlns:a16="http://schemas.microsoft.com/office/drawing/2014/main" val="1459289932"/>
                    </a:ext>
                  </a:extLst>
                </a:gridCol>
                <a:gridCol w="1719684">
                  <a:extLst>
                    <a:ext uri="{9D8B030D-6E8A-4147-A177-3AD203B41FA5}">
                      <a16:colId xmlns:a16="http://schemas.microsoft.com/office/drawing/2014/main" val="2282804634"/>
                    </a:ext>
                  </a:extLst>
                </a:gridCol>
                <a:gridCol w="1087011">
                  <a:extLst>
                    <a:ext uri="{9D8B030D-6E8A-4147-A177-3AD203B41FA5}">
                      <a16:colId xmlns:a16="http://schemas.microsoft.com/office/drawing/2014/main" val="1379871408"/>
                    </a:ext>
                  </a:extLst>
                </a:gridCol>
                <a:gridCol w="2140052">
                  <a:extLst>
                    <a:ext uri="{9D8B030D-6E8A-4147-A177-3AD203B41FA5}">
                      <a16:colId xmlns:a16="http://schemas.microsoft.com/office/drawing/2014/main" val="2039790321"/>
                    </a:ext>
                  </a:extLst>
                </a:gridCol>
                <a:gridCol w="2140052">
                  <a:extLst>
                    <a:ext uri="{9D8B030D-6E8A-4147-A177-3AD203B41FA5}">
                      <a16:colId xmlns:a16="http://schemas.microsoft.com/office/drawing/2014/main" val="1141608782"/>
                    </a:ext>
                  </a:extLst>
                </a:gridCol>
              </a:tblGrid>
              <a:tr h="627285">
                <a:tc>
                  <a:txBody>
                    <a:bodyPr/>
                    <a:lstStyle/>
                    <a:p>
                      <a:pPr algn="l" rtl="0" fontAlgn="b">
                        <a:buNone/>
                      </a:pPr>
                      <a:r>
                        <a:rPr lang="en-IN" sz="2800" b="1" u="none" strike="noStrike" dirty="0">
                          <a:solidFill>
                            <a:srgbClr val="FFFFFF"/>
                          </a:solidFill>
                          <a:effectLst/>
                        </a:rPr>
                        <a:t>Fold</a:t>
                      </a:r>
                      <a:endParaRPr lang="en-IN" sz="2800" b="1" i="0" u="none" strike="noStrike" dirty="0">
                        <a:solidFill>
                          <a:srgbClr val="FFFFFF"/>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buNone/>
                      </a:pPr>
                      <a:r>
                        <a:rPr lang="en-IN" sz="2800" b="1" u="none" strike="noStrike" dirty="0" err="1">
                          <a:solidFill>
                            <a:srgbClr val="FFFFFF"/>
                          </a:solidFill>
                          <a:effectLst/>
                        </a:rPr>
                        <a:t>train_end</a:t>
                      </a:r>
                      <a:endParaRPr lang="en-IN" sz="2800" b="1" i="0" u="none" strike="noStrike" dirty="0">
                        <a:solidFill>
                          <a:srgbClr val="FFFFFF"/>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buNone/>
                      </a:pPr>
                      <a:r>
                        <a:rPr lang="en-IN" sz="2800" b="1" u="none" strike="noStrike" dirty="0" err="1">
                          <a:solidFill>
                            <a:srgbClr val="FFFFFF"/>
                          </a:solidFill>
                          <a:effectLst/>
                        </a:rPr>
                        <a:t>val_target</a:t>
                      </a:r>
                      <a:endParaRPr lang="en-IN" sz="2800" b="1" i="0" u="none" strike="noStrike" dirty="0">
                        <a:solidFill>
                          <a:srgbClr val="FFFFFF"/>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buNone/>
                      </a:pPr>
                      <a:r>
                        <a:rPr lang="en-IN" sz="2800" b="1" u="none" strike="noStrike">
                          <a:solidFill>
                            <a:srgbClr val="FFFFFF"/>
                          </a:solidFill>
                          <a:effectLst/>
                        </a:rPr>
                        <a:t>wt.</a:t>
                      </a:r>
                      <a:endParaRPr lang="en-IN" sz="2800" b="1" i="0" u="none" strike="noStrike">
                        <a:solidFill>
                          <a:srgbClr val="FFFFFF"/>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buNone/>
                      </a:pPr>
                      <a:r>
                        <a:rPr lang="en-IN" sz="2800" b="1" u="none" strike="noStrike">
                          <a:solidFill>
                            <a:srgbClr val="FFFFFF"/>
                          </a:solidFill>
                          <a:effectLst/>
                        </a:rPr>
                        <a:t>hs4_smape</a:t>
                      </a:r>
                      <a:endParaRPr lang="en-IN" sz="2800" b="1" i="0" u="none" strike="noStrike">
                        <a:solidFill>
                          <a:srgbClr val="FFFFFF"/>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b">
                        <a:buNone/>
                      </a:pPr>
                      <a:r>
                        <a:rPr lang="en-IN" sz="2800" b="1" u="none" strike="noStrike">
                          <a:solidFill>
                            <a:srgbClr val="FFFFFF"/>
                          </a:solidFill>
                          <a:effectLst/>
                        </a:rPr>
                        <a:t>weighted</a:t>
                      </a:r>
                      <a:endParaRPr lang="en-IN" sz="2800" b="1" i="0" u="none" strike="noStrike">
                        <a:solidFill>
                          <a:srgbClr val="FFFFFF"/>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2986797"/>
                  </a:ext>
                </a:extLst>
              </a:tr>
              <a:tr h="648915">
                <a:tc>
                  <a:txBody>
                    <a:bodyPr/>
                    <a:lstStyle/>
                    <a:p>
                      <a:pPr algn="l" rtl="0" fontAlgn="b">
                        <a:buNone/>
                      </a:pPr>
                      <a:r>
                        <a:rPr lang="en-IN" sz="2800" b="0" u="none" strike="noStrike">
                          <a:solidFill>
                            <a:srgbClr val="000000"/>
                          </a:solidFill>
                          <a:effectLst/>
                        </a:rPr>
                        <a:t>C1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01/05/24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01/08/24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0.471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0.471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5962453"/>
                  </a:ext>
                </a:extLst>
              </a:tr>
              <a:tr h="627285">
                <a:tc>
                  <a:txBody>
                    <a:bodyPr/>
                    <a:lstStyle/>
                    <a:p>
                      <a:pPr algn="l" rtl="0" fontAlgn="b">
                        <a:buNone/>
                      </a:pPr>
                      <a:r>
                        <a:rPr lang="en-IN" sz="2800" b="0" u="none" strike="noStrike" dirty="0">
                          <a:solidFill>
                            <a:srgbClr val="000000"/>
                          </a:solidFill>
                          <a:effectLst/>
                        </a:rPr>
                        <a:t>C2</a:t>
                      </a:r>
                      <a:endParaRPr lang="en-IN" sz="2800" b="0" i="0" u="none" strike="noStrike" dirty="0">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01/06/24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dirty="0">
                          <a:solidFill>
                            <a:srgbClr val="000000"/>
                          </a:solidFill>
                          <a:effectLst/>
                        </a:rPr>
                        <a:t>01/09/24</a:t>
                      </a:r>
                      <a:endParaRPr lang="en-IN" sz="2800" b="0" i="0" u="none" strike="noStrike" dirty="0">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0.461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0.461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872388"/>
                  </a:ext>
                </a:extLst>
              </a:tr>
              <a:tr h="627285">
                <a:tc>
                  <a:txBody>
                    <a:bodyPr/>
                    <a:lstStyle/>
                    <a:p>
                      <a:pPr algn="l" rtl="0" fontAlgn="b">
                        <a:buNone/>
                      </a:pPr>
                      <a:r>
                        <a:rPr lang="en-IN" sz="2800" b="0" u="none" strike="noStrike" dirty="0">
                          <a:solidFill>
                            <a:srgbClr val="000000"/>
                          </a:solidFill>
                          <a:effectLst/>
                        </a:rPr>
                        <a:t>C3</a:t>
                      </a:r>
                      <a:endParaRPr lang="en-IN" sz="2800" b="0" i="0" u="none" strike="noStrike" dirty="0">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dirty="0">
                          <a:solidFill>
                            <a:srgbClr val="000000"/>
                          </a:solidFill>
                          <a:effectLst/>
                        </a:rPr>
                        <a:t>01/07/24</a:t>
                      </a:r>
                      <a:endParaRPr lang="en-IN" sz="2800" b="0" i="0" u="none" strike="noStrike" dirty="0">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dirty="0">
                          <a:solidFill>
                            <a:srgbClr val="000000"/>
                          </a:solidFill>
                          <a:effectLst/>
                        </a:rPr>
                        <a:t>01/10/24</a:t>
                      </a:r>
                      <a:endParaRPr lang="en-IN" sz="2800" b="0" i="0" u="none" strike="noStrike" dirty="0">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1.25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0.480</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0.600</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865475"/>
                  </a:ext>
                </a:extLst>
              </a:tr>
              <a:tr h="627285">
                <a:tc>
                  <a:txBody>
                    <a:bodyPr/>
                    <a:lstStyle/>
                    <a:p>
                      <a:pPr algn="l" rtl="0" fontAlgn="b">
                        <a:buNone/>
                      </a:pPr>
                      <a:r>
                        <a:rPr lang="en-IN" sz="2800" b="0" u="none" strike="noStrike">
                          <a:solidFill>
                            <a:srgbClr val="000000"/>
                          </a:solidFill>
                          <a:effectLst/>
                        </a:rPr>
                        <a:t>C4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01/09/24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01/12/24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1</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0.476</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0.476</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5393892"/>
                  </a:ext>
                </a:extLst>
              </a:tr>
              <a:tr h="627285">
                <a:tc>
                  <a:txBody>
                    <a:bodyPr/>
                    <a:lstStyle/>
                    <a:p>
                      <a:pPr algn="l" rtl="0" fontAlgn="b">
                        <a:buNone/>
                      </a:pPr>
                      <a:r>
                        <a:rPr lang="en-IN" sz="2800" b="0" u="none" strike="noStrike">
                          <a:solidFill>
                            <a:srgbClr val="000000"/>
                          </a:solidFill>
                          <a:effectLst/>
                        </a:rPr>
                        <a:t>C5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01/03/25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01/06/25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1.5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0.424</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0.636</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5971020"/>
                  </a:ext>
                </a:extLst>
              </a:tr>
              <a:tr h="670546">
                <a:tc>
                  <a:txBody>
                    <a:bodyPr/>
                    <a:lstStyle/>
                    <a:p>
                      <a:pPr algn="l" rtl="0" fontAlgn="b">
                        <a:buNone/>
                      </a:pPr>
                      <a:r>
                        <a:rPr lang="en-IN" sz="2800" b="0" u="none" strike="noStrike">
                          <a:solidFill>
                            <a:srgbClr val="000000"/>
                          </a:solidFill>
                          <a:effectLst/>
                        </a:rPr>
                        <a:t>C6</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01/04/25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01/07/25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1.5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a:solidFill>
                            <a:srgbClr val="000000"/>
                          </a:solidFill>
                          <a:effectLst/>
                        </a:rPr>
                        <a:t>0.415</a:t>
                      </a:r>
                      <a:endParaRPr lang="en-IN" sz="2800" b="0" i="0" u="none" strike="noStrike">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0" fontAlgn="b">
                        <a:buNone/>
                      </a:pPr>
                      <a:r>
                        <a:rPr lang="en-IN" sz="2800" b="0" u="none" strike="noStrike" dirty="0">
                          <a:solidFill>
                            <a:srgbClr val="000000"/>
                          </a:solidFill>
                          <a:effectLst/>
                        </a:rPr>
                        <a:t>0.622</a:t>
                      </a:r>
                      <a:endParaRPr lang="en-IN" sz="2800" b="0" i="0" u="none" strike="noStrike" dirty="0">
                        <a:solidFill>
                          <a:srgbClr val="000000"/>
                        </a:solidFill>
                        <a:effectLst/>
                        <a:latin typeface="Aptos"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3517622"/>
                  </a:ext>
                </a:extLst>
              </a:tr>
            </a:tbl>
          </a:graphicData>
        </a:graphic>
      </p:graphicFrame>
      <p:sp>
        <p:nvSpPr>
          <p:cNvPr id="9" name="TextBox 8">
            <a:extLst>
              <a:ext uri="{FF2B5EF4-FFF2-40B4-BE49-F238E27FC236}">
                <a16:creationId xmlns:a16="http://schemas.microsoft.com/office/drawing/2014/main" id="{7155EEDB-1A68-34C9-007C-E6CE8F45AD3C}"/>
              </a:ext>
            </a:extLst>
          </p:cNvPr>
          <p:cNvSpPr txBox="1"/>
          <p:nvPr/>
        </p:nvSpPr>
        <p:spPr>
          <a:xfrm>
            <a:off x="4383316" y="6052005"/>
            <a:ext cx="7376884" cy="461665"/>
          </a:xfrm>
          <a:prstGeom prst="rect">
            <a:avLst/>
          </a:prstGeom>
          <a:noFill/>
        </p:spPr>
        <p:txBody>
          <a:bodyPr wrap="square">
            <a:spAutoFit/>
          </a:bodyPr>
          <a:lstStyle/>
          <a:p>
            <a:r>
              <a:rPr lang="en-IN" sz="2400" b="1" i="0" u="none" strike="noStrike" dirty="0">
                <a:solidFill>
                  <a:srgbClr val="C00000"/>
                </a:solidFill>
                <a:effectLst/>
              </a:rPr>
              <a:t>Weighted mean HS-4 </a:t>
            </a:r>
            <a:r>
              <a:rPr lang="en-IN" sz="2400" b="1" i="0" u="none" strike="noStrike" dirty="0" err="1">
                <a:solidFill>
                  <a:srgbClr val="C00000"/>
                </a:solidFill>
                <a:effectLst/>
              </a:rPr>
              <a:t>sMAPE</a:t>
            </a:r>
            <a:r>
              <a:rPr lang="en-IN" sz="2400" b="1" i="0" u="none" strike="noStrike" dirty="0">
                <a:solidFill>
                  <a:srgbClr val="C00000"/>
                </a:solidFill>
                <a:effectLst/>
              </a:rPr>
              <a:t> across folds: 0.451</a:t>
            </a:r>
            <a:endParaRPr lang="en-US" sz="2400" b="1" dirty="0">
              <a:solidFill>
                <a:srgbClr val="C00000"/>
              </a:solidFill>
            </a:endParaRPr>
          </a:p>
        </p:txBody>
      </p:sp>
    </p:spTree>
    <p:extLst>
      <p:ext uri="{BB962C8B-B14F-4D97-AF65-F5344CB8AC3E}">
        <p14:creationId xmlns:p14="http://schemas.microsoft.com/office/powerpoint/2010/main" val="891219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63215-5B98-9534-5C3D-6EC3034B7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6006D-50F0-1C43-31E9-5848C8EECB51}"/>
              </a:ext>
            </a:extLst>
          </p:cNvPr>
          <p:cNvSpPr>
            <a:spLocks noGrp="1"/>
          </p:cNvSpPr>
          <p:nvPr>
            <p:ph type="title"/>
          </p:nvPr>
        </p:nvSpPr>
        <p:spPr>
          <a:xfrm>
            <a:off x="479394" y="1070800"/>
            <a:ext cx="3939688" cy="4320597"/>
          </a:xfrm>
        </p:spPr>
        <p:txBody>
          <a:bodyPr>
            <a:normAutofit/>
          </a:bodyPr>
          <a:lstStyle/>
          <a:p>
            <a:pPr algn="r"/>
            <a:r>
              <a:rPr lang="en-US" sz="5600" dirty="0"/>
              <a:t>Flow of the presentation</a:t>
            </a:r>
          </a:p>
        </p:txBody>
      </p:sp>
      <p:graphicFrame>
        <p:nvGraphicFramePr>
          <p:cNvPr id="5" name="Content Placeholder 2">
            <a:extLst>
              <a:ext uri="{FF2B5EF4-FFF2-40B4-BE49-F238E27FC236}">
                <a16:creationId xmlns:a16="http://schemas.microsoft.com/office/drawing/2014/main" id="{3AEAA21E-4EB4-72C2-D16B-6E63572F5A70}"/>
              </a:ext>
            </a:extLst>
          </p:cNvPr>
          <p:cNvGraphicFramePr>
            <a:graphicFrameLocks noGrp="1"/>
          </p:cNvGraphicFramePr>
          <p:nvPr>
            <p:ph idx="1"/>
            <p:extLst>
              <p:ext uri="{D42A27DB-BD31-4B8C-83A1-F6EECF244321}">
                <p14:modId xmlns:p14="http://schemas.microsoft.com/office/powerpoint/2010/main" val="2440036145"/>
              </p:ext>
            </p:extLst>
          </p:nvPr>
        </p:nvGraphicFramePr>
        <p:xfrm>
          <a:off x="4898476" y="261258"/>
          <a:ext cx="6814119" cy="6398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eft Arrow 2">
            <a:extLst>
              <a:ext uri="{FF2B5EF4-FFF2-40B4-BE49-F238E27FC236}">
                <a16:creationId xmlns:a16="http://schemas.microsoft.com/office/drawing/2014/main" id="{69FC349F-C523-5DA0-1AE3-993AEB6958AF}"/>
              </a:ext>
            </a:extLst>
          </p:cNvPr>
          <p:cNvSpPr/>
          <p:nvPr/>
        </p:nvSpPr>
        <p:spPr>
          <a:xfrm>
            <a:off x="10755075" y="5028246"/>
            <a:ext cx="1436914" cy="26125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22694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28B0D-0F38-9A42-6C5A-0211D48D2BA0}"/>
              </a:ext>
            </a:extLst>
          </p:cNvPr>
          <p:cNvSpPr>
            <a:spLocks noGrp="1"/>
          </p:cNvSpPr>
          <p:nvPr>
            <p:ph type="title"/>
          </p:nvPr>
        </p:nvSpPr>
        <p:spPr/>
        <p:txBody>
          <a:bodyPr/>
          <a:lstStyle/>
          <a:p>
            <a:r>
              <a:rPr lang="en-IN" dirty="0"/>
              <a:t>Ensemble &amp; Final Forecast Construction</a:t>
            </a:r>
            <a:endParaRPr lang="en-US" dirty="0"/>
          </a:p>
        </p:txBody>
      </p:sp>
      <p:sp>
        <p:nvSpPr>
          <p:cNvPr id="3" name="Content Placeholder 2">
            <a:extLst>
              <a:ext uri="{FF2B5EF4-FFF2-40B4-BE49-F238E27FC236}">
                <a16:creationId xmlns:a16="http://schemas.microsoft.com/office/drawing/2014/main" id="{6AF8DFD3-AFA9-B75A-C135-EECEEE9EE899}"/>
              </a:ext>
            </a:extLst>
          </p:cNvPr>
          <p:cNvSpPr>
            <a:spLocks noGrp="1"/>
          </p:cNvSpPr>
          <p:nvPr>
            <p:ph idx="1"/>
          </p:nvPr>
        </p:nvSpPr>
        <p:spPr>
          <a:xfrm>
            <a:off x="838200" y="1465943"/>
            <a:ext cx="10515600" cy="5026932"/>
          </a:xfrm>
        </p:spPr>
        <p:txBody>
          <a:bodyPr/>
          <a:lstStyle/>
          <a:p>
            <a:r>
              <a:rPr lang="en-IN" b="1" dirty="0"/>
              <a:t>Model performance evaluated via time-based CV</a:t>
            </a:r>
            <a:br>
              <a:rPr lang="en-IN" dirty="0"/>
            </a:br>
            <a:r>
              <a:rPr lang="en-IN" dirty="0"/>
              <a:t>Each of the 12 models is scored using horizon-matched, rolling validation folds.</a:t>
            </a:r>
          </a:p>
          <a:p>
            <a:r>
              <a:rPr lang="en-IN" b="1" dirty="0"/>
              <a:t>Weights derived from validation accuracy</a:t>
            </a:r>
            <a:br>
              <a:rPr lang="en-IN" dirty="0"/>
            </a:br>
            <a:r>
              <a:rPr lang="en-IN" dirty="0"/>
              <a:t>Models that perform better under </a:t>
            </a:r>
            <a:r>
              <a:rPr lang="en-IN" dirty="0" err="1"/>
              <a:t>sMAPE</a:t>
            </a:r>
            <a:r>
              <a:rPr lang="en-IN" dirty="0"/>
              <a:t> receive higher weight.</a:t>
            </a:r>
          </a:p>
          <a:p>
            <a:r>
              <a:rPr lang="en-IN" b="1" dirty="0"/>
              <a:t>Weighted ensemble for robustness</a:t>
            </a:r>
            <a:br>
              <a:rPr lang="en-IN" dirty="0"/>
            </a:br>
            <a:r>
              <a:rPr lang="en-IN" dirty="0"/>
              <a:t>Final forecasts are a weighted combination of complementary models, reducing reliance on any single learner.</a:t>
            </a:r>
          </a:p>
          <a:p>
            <a:endParaRPr lang="en-IN" dirty="0"/>
          </a:p>
          <a:p>
            <a:pPr marL="0" indent="0">
              <a:buNone/>
            </a:pPr>
            <a:r>
              <a:rPr lang="en-IN" i="1" dirty="0">
                <a:solidFill>
                  <a:srgbClr val="C00000"/>
                </a:solidFill>
              </a:rPr>
              <a:t>Blending is done within each segment and then aggregated for final submission</a:t>
            </a:r>
            <a:r>
              <a:rPr lang="en-IN" dirty="0"/>
              <a:t>.</a:t>
            </a:r>
          </a:p>
          <a:p>
            <a:endParaRPr lang="en-IN" dirty="0"/>
          </a:p>
          <a:p>
            <a:endParaRPr lang="en-US" dirty="0"/>
          </a:p>
        </p:txBody>
      </p:sp>
    </p:spTree>
    <p:extLst>
      <p:ext uri="{BB962C8B-B14F-4D97-AF65-F5344CB8AC3E}">
        <p14:creationId xmlns:p14="http://schemas.microsoft.com/office/powerpoint/2010/main" val="1860770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6E64B-94FC-30B0-9FC3-411C2AA5F4FB}"/>
              </a:ext>
            </a:extLst>
          </p:cNvPr>
          <p:cNvSpPr>
            <a:spLocks noGrp="1"/>
          </p:cNvSpPr>
          <p:nvPr>
            <p:ph type="title"/>
          </p:nvPr>
        </p:nvSpPr>
        <p:spPr/>
        <p:txBody>
          <a:bodyPr/>
          <a:lstStyle/>
          <a:p>
            <a:r>
              <a:rPr lang="en-US" b="1" dirty="0">
                <a:ea typeface="+mj-lt"/>
                <a:cs typeface="+mj-lt"/>
              </a:rPr>
              <a:t>Why a Weighted Ensemble?</a:t>
            </a:r>
            <a:endParaRPr lang="en-US" dirty="0"/>
          </a:p>
          <a:p>
            <a:endParaRPr lang="en-US" dirty="0"/>
          </a:p>
        </p:txBody>
      </p:sp>
      <p:sp>
        <p:nvSpPr>
          <p:cNvPr id="3" name="Content Placeholder 2">
            <a:extLst>
              <a:ext uri="{FF2B5EF4-FFF2-40B4-BE49-F238E27FC236}">
                <a16:creationId xmlns:a16="http://schemas.microsoft.com/office/drawing/2014/main" id="{B5F0BA5C-E3EB-7D2B-AB02-DA2ADFB24703}"/>
              </a:ext>
            </a:extLst>
          </p:cNvPr>
          <p:cNvSpPr>
            <a:spLocks noGrp="1"/>
          </p:cNvSpPr>
          <p:nvPr>
            <p:ph idx="1"/>
          </p:nvPr>
        </p:nvSpPr>
        <p:spPr>
          <a:xfrm>
            <a:off x="838200" y="1219933"/>
            <a:ext cx="10515600" cy="4957030"/>
          </a:xfrm>
        </p:spPr>
        <p:txBody>
          <a:bodyPr vert="horz" lIns="91440" tIns="45720" rIns="91440" bIns="45720" rtlCol="0" anchor="t">
            <a:normAutofit fontScale="92500"/>
          </a:bodyPr>
          <a:lstStyle/>
          <a:p>
            <a:r>
              <a:rPr lang="en-US" dirty="0">
                <a:solidFill>
                  <a:srgbClr val="C00000"/>
                </a:solidFill>
                <a:ea typeface="+mn-lt"/>
                <a:cs typeface="+mn-lt"/>
              </a:rPr>
              <a:t>No single model is reliable everywhere</a:t>
            </a:r>
            <a:br>
              <a:rPr lang="en-US" dirty="0">
                <a:solidFill>
                  <a:srgbClr val="C00000"/>
                </a:solidFill>
                <a:ea typeface="+mn-lt"/>
                <a:cs typeface="+mn-lt"/>
              </a:rPr>
            </a:br>
            <a:r>
              <a:rPr lang="en-US" dirty="0">
                <a:ea typeface="+mn-lt"/>
                <a:cs typeface="+mn-lt"/>
              </a:rPr>
              <a:t> Different models succeed under different trade regimes and shock conditions.</a:t>
            </a:r>
            <a:endParaRPr lang="en-US" dirty="0"/>
          </a:p>
          <a:p>
            <a:r>
              <a:rPr lang="en-US" dirty="0">
                <a:solidFill>
                  <a:srgbClr val="C00000"/>
                </a:solidFill>
                <a:ea typeface="+mn-lt"/>
                <a:cs typeface="+mn-lt"/>
              </a:rPr>
              <a:t>Blending spreads model risk</a:t>
            </a:r>
            <a:br>
              <a:rPr lang="en-US" dirty="0">
                <a:ea typeface="+mn-lt"/>
                <a:cs typeface="+mn-lt"/>
              </a:rPr>
            </a:br>
            <a:r>
              <a:rPr lang="en-US" dirty="0">
                <a:ea typeface="+mn-lt"/>
                <a:cs typeface="+mn-lt"/>
              </a:rPr>
              <a:t> Reliance on one model risks overfitting to specific patterns or periods.</a:t>
            </a:r>
            <a:endParaRPr lang="en-US" dirty="0"/>
          </a:p>
          <a:p>
            <a:r>
              <a:rPr lang="en-US" dirty="0">
                <a:solidFill>
                  <a:srgbClr val="C00000"/>
                </a:solidFill>
                <a:ea typeface="+mn-lt"/>
                <a:cs typeface="+mn-lt"/>
              </a:rPr>
              <a:t>Errors partially cancel out</a:t>
            </a:r>
            <a:br>
              <a:rPr lang="en-US" dirty="0">
                <a:ea typeface="+mn-lt"/>
                <a:cs typeface="+mn-lt"/>
              </a:rPr>
            </a:br>
            <a:r>
              <a:rPr lang="en-US" dirty="0">
                <a:ea typeface="+mn-lt"/>
                <a:cs typeface="+mn-lt"/>
              </a:rPr>
              <a:t> Model-specific biases differ, so combining them reduces overall error.</a:t>
            </a:r>
            <a:endParaRPr lang="en-US" dirty="0"/>
          </a:p>
          <a:p>
            <a:r>
              <a:rPr lang="en-US" dirty="0">
                <a:solidFill>
                  <a:srgbClr val="C00000"/>
                </a:solidFill>
                <a:ea typeface="+mn-lt"/>
                <a:cs typeface="+mn-lt"/>
              </a:rPr>
              <a:t>Weights reflect empirical reliability</a:t>
            </a:r>
            <a:br>
              <a:rPr lang="en-US" dirty="0">
                <a:ea typeface="+mn-lt"/>
                <a:cs typeface="+mn-lt"/>
              </a:rPr>
            </a:br>
            <a:r>
              <a:rPr lang="en-US" dirty="0">
                <a:ea typeface="+mn-lt"/>
                <a:cs typeface="+mn-lt"/>
              </a:rPr>
              <a:t> Cross-validation assigns more influence to models that generalize better.</a:t>
            </a:r>
            <a:endParaRPr lang="en-US" dirty="0"/>
          </a:p>
          <a:p>
            <a:r>
              <a:rPr lang="en-US" dirty="0">
                <a:solidFill>
                  <a:srgbClr val="C00000"/>
                </a:solidFill>
                <a:ea typeface="+mn-lt"/>
                <a:cs typeface="+mn-lt"/>
              </a:rPr>
              <a:t>The ensemble trades peak performance for stability and generalization.</a:t>
            </a:r>
            <a:endParaRPr lang="en-US" dirty="0">
              <a:solidFill>
                <a:srgbClr val="C00000"/>
              </a:solidFill>
            </a:endParaRPr>
          </a:p>
        </p:txBody>
      </p:sp>
    </p:spTree>
    <p:extLst>
      <p:ext uri="{BB962C8B-B14F-4D97-AF65-F5344CB8AC3E}">
        <p14:creationId xmlns:p14="http://schemas.microsoft.com/office/powerpoint/2010/main" val="2188555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434F5-6D8B-C7AC-25BF-53708542B20E}"/>
              </a:ext>
            </a:extLst>
          </p:cNvPr>
          <p:cNvSpPr>
            <a:spLocks noGrp="1"/>
          </p:cNvSpPr>
          <p:nvPr>
            <p:ph type="title"/>
          </p:nvPr>
        </p:nvSpPr>
        <p:spPr>
          <a:xfrm>
            <a:off x="838200" y="176439"/>
            <a:ext cx="10515600" cy="665389"/>
          </a:xfrm>
        </p:spPr>
        <p:txBody>
          <a:bodyPr>
            <a:normAutofit fontScale="90000"/>
          </a:bodyPr>
          <a:lstStyle/>
          <a:p>
            <a:r>
              <a:rPr lang="en-US" dirty="0"/>
              <a:t>How is the ensemble built?</a:t>
            </a:r>
          </a:p>
        </p:txBody>
      </p:sp>
      <p:sp>
        <p:nvSpPr>
          <p:cNvPr id="3" name="Content Placeholder 2">
            <a:extLst>
              <a:ext uri="{FF2B5EF4-FFF2-40B4-BE49-F238E27FC236}">
                <a16:creationId xmlns:a16="http://schemas.microsoft.com/office/drawing/2014/main" id="{F7118CD1-FDAA-41FF-1FD6-9A14A5BC531F}"/>
              </a:ext>
            </a:extLst>
          </p:cNvPr>
          <p:cNvSpPr>
            <a:spLocks noGrp="1"/>
          </p:cNvSpPr>
          <p:nvPr>
            <p:ph idx="1"/>
          </p:nvPr>
        </p:nvSpPr>
        <p:spPr>
          <a:xfrm>
            <a:off x="838200" y="841828"/>
            <a:ext cx="11005458" cy="5651047"/>
          </a:xfrm>
        </p:spPr>
        <p:txBody>
          <a:bodyPr>
            <a:normAutofit fontScale="85000" lnSpcReduction="20000"/>
          </a:bodyPr>
          <a:lstStyle/>
          <a:p>
            <a:pPr marL="0" indent="0">
              <a:lnSpc>
                <a:spcPct val="110000"/>
              </a:lnSpc>
              <a:spcBef>
                <a:spcPts val="0"/>
              </a:spcBef>
              <a:buNone/>
            </a:pPr>
            <a:r>
              <a:rPr lang="en-IN" sz="2400" b="1" dirty="0">
                <a:solidFill>
                  <a:srgbClr val="C00000"/>
                </a:solidFill>
              </a:rPr>
              <a:t>Step 1: Segment-level evaluation</a:t>
            </a:r>
            <a:endParaRPr lang="en-IN" sz="2400" dirty="0">
              <a:solidFill>
                <a:srgbClr val="C00000"/>
              </a:solidFill>
            </a:endParaRPr>
          </a:p>
          <a:p>
            <a:pPr>
              <a:lnSpc>
                <a:spcPct val="110000"/>
              </a:lnSpc>
              <a:spcBef>
                <a:spcPts val="0"/>
              </a:spcBef>
            </a:pPr>
            <a:r>
              <a:rPr lang="en-IN" sz="2400" dirty="0"/>
              <a:t>For each segment (CHN/USA × Export/Import), generate </a:t>
            </a:r>
            <a:r>
              <a:rPr lang="en-IN" sz="2400" b="1" dirty="0"/>
              <a:t>OOF predictions</a:t>
            </a:r>
            <a:endParaRPr lang="en-IN" sz="2400" dirty="0"/>
          </a:p>
          <a:p>
            <a:pPr>
              <a:lnSpc>
                <a:spcPct val="110000"/>
              </a:lnSpc>
              <a:spcBef>
                <a:spcPts val="0"/>
              </a:spcBef>
            </a:pPr>
            <a:r>
              <a:rPr lang="en-IN" sz="2400" dirty="0"/>
              <a:t>Compute </a:t>
            </a:r>
            <a:r>
              <a:rPr lang="en-IN" sz="2400" b="1" dirty="0"/>
              <a:t>fold-weighted HS-4 </a:t>
            </a:r>
            <a:r>
              <a:rPr lang="en-IN" sz="2400" b="1" dirty="0" err="1"/>
              <a:t>sMAPE</a:t>
            </a:r>
            <a:r>
              <a:rPr lang="en-IN" sz="2400" dirty="0"/>
              <a:t> per model</a:t>
            </a:r>
          </a:p>
          <a:p>
            <a:pPr>
              <a:lnSpc>
                <a:spcPct val="110000"/>
              </a:lnSpc>
              <a:spcBef>
                <a:spcPts val="0"/>
              </a:spcBef>
            </a:pPr>
            <a:r>
              <a:rPr lang="en-IN" sz="2400" dirty="0"/>
              <a:t>Later folds receive higher weight</a:t>
            </a:r>
          </a:p>
          <a:p>
            <a:pPr>
              <a:lnSpc>
                <a:spcPct val="110000"/>
              </a:lnSpc>
              <a:spcBef>
                <a:spcPts val="0"/>
              </a:spcBef>
            </a:pPr>
            <a:endParaRPr lang="en-IN" sz="2400" dirty="0"/>
          </a:p>
          <a:p>
            <a:pPr marL="0" indent="0">
              <a:lnSpc>
                <a:spcPct val="110000"/>
              </a:lnSpc>
              <a:spcBef>
                <a:spcPts val="0"/>
              </a:spcBef>
              <a:buNone/>
            </a:pPr>
            <a:r>
              <a:rPr lang="en-IN" sz="2400" b="1" dirty="0">
                <a:solidFill>
                  <a:srgbClr val="C00000"/>
                </a:solidFill>
              </a:rPr>
              <a:t>Step 2: Weight calculation</a:t>
            </a:r>
            <a:endParaRPr lang="en-IN" sz="2400" dirty="0">
              <a:solidFill>
                <a:srgbClr val="C00000"/>
              </a:solidFill>
            </a:endParaRPr>
          </a:p>
          <a:p>
            <a:pPr>
              <a:lnSpc>
                <a:spcPct val="110000"/>
              </a:lnSpc>
              <a:spcBef>
                <a:spcPts val="0"/>
              </a:spcBef>
            </a:pPr>
            <a:r>
              <a:rPr lang="en-IN" sz="2400" dirty="0"/>
              <a:t>Base weights = </a:t>
            </a:r>
            <a:r>
              <a:rPr lang="en-IN" sz="2400" b="1" dirty="0"/>
              <a:t>inverse </a:t>
            </a:r>
            <a:r>
              <a:rPr lang="en-IN" sz="2400" b="1" dirty="0" err="1"/>
              <a:t>sMAPE</a:t>
            </a:r>
            <a:endParaRPr lang="en-IN" sz="2400" dirty="0"/>
          </a:p>
          <a:p>
            <a:pPr>
              <a:lnSpc>
                <a:spcPct val="110000"/>
              </a:lnSpc>
              <a:spcBef>
                <a:spcPts val="0"/>
              </a:spcBef>
            </a:pPr>
            <a:r>
              <a:rPr lang="en-IN" sz="2400" dirty="0"/>
              <a:t>Regularized with prior</a:t>
            </a:r>
            <a:br>
              <a:rPr lang="en-IN" sz="2400" dirty="0"/>
            </a:br>
            <a:r>
              <a:rPr lang="en-IN" sz="2400" i="1" dirty="0"/>
              <a:t>(0.45 Tweedie / 0.25 Log1p / 0.30 LGBM)</a:t>
            </a:r>
            <a:endParaRPr lang="en-IN" sz="2400" dirty="0"/>
          </a:p>
          <a:p>
            <a:pPr>
              <a:lnSpc>
                <a:spcPct val="110000"/>
              </a:lnSpc>
              <a:spcBef>
                <a:spcPts val="0"/>
              </a:spcBef>
            </a:pPr>
            <a:r>
              <a:rPr lang="en-IN" sz="2400" dirty="0"/>
              <a:t>Final weight = </a:t>
            </a:r>
            <a:r>
              <a:rPr lang="en-IN" sz="2400" b="1" dirty="0"/>
              <a:t>0.70 × data-driven + 0.30 × prior</a:t>
            </a:r>
            <a:endParaRPr lang="en-IN" sz="2400" dirty="0"/>
          </a:p>
          <a:p>
            <a:pPr>
              <a:lnSpc>
                <a:spcPct val="110000"/>
              </a:lnSpc>
              <a:spcBef>
                <a:spcPts val="0"/>
              </a:spcBef>
            </a:pPr>
            <a:r>
              <a:rPr lang="en-IN" sz="2400" b="1" dirty="0"/>
              <a:t>Recency tilt:</a:t>
            </a:r>
            <a:r>
              <a:rPr lang="en-IN" sz="2400" dirty="0"/>
              <a:t> +10% if model wins latest folds</a:t>
            </a:r>
          </a:p>
          <a:p>
            <a:pPr>
              <a:lnSpc>
                <a:spcPct val="110000"/>
              </a:lnSpc>
              <a:spcBef>
                <a:spcPts val="0"/>
              </a:spcBef>
            </a:pPr>
            <a:r>
              <a:rPr lang="en-IN" sz="2400" b="1" dirty="0"/>
              <a:t>Stability:</a:t>
            </a:r>
            <a:r>
              <a:rPr lang="en-IN" sz="2400" dirty="0"/>
              <a:t> weights clipped to </a:t>
            </a:r>
            <a:r>
              <a:rPr lang="en-IN" sz="2400" b="1" dirty="0"/>
              <a:t>[0.15, 0.65]</a:t>
            </a:r>
            <a:r>
              <a:rPr lang="en-IN" sz="2400" dirty="0"/>
              <a:t>, normalized</a:t>
            </a:r>
          </a:p>
          <a:p>
            <a:pPr>
              <a:lnSpc>
                <a:spcPct val="110000"/>
              </a:lnSpc>
              <a:spcBef>
                <a:spcPts val="0"/>
              </a:spcBef>
            </a:pPr>
            <a:endParaRPr lang="en-IN" sz="2400" dirty="0"/>
          </a:p>
          <a:p>
            <a:pPr marL="0" indent="0">
              <a:lnSpc>
                <a:spcPct val="110000"/>
              </a:lnSpc>
              <a:spcBef>
                <a:spcPts val="0"/>
              </a:spcBef>
              <a:buNone/>
            </a:pPr>
            <a:r>
              <a:rPr lang="en-IN" sz="2400" b="1" dirty="0">
                <a:solidFill>
                  <a:srgbClr val="C00000"/>
                </a:solidFill>
              </a:rPr>
              <a:t>Step 3: Forecast construction</a:t>
            </a:r>
            <a:endParaRPr lang="en-IN" sz="2400" dirty="0">
              <a:solidFill>
                <a:srgbClr val="C00000"/>
              </a:solidFill>
            </a:endParaRPr>
          </a:p>
          <a:p>
            <a:pPr>
              <a:lnSpc>
                <a:spcPct val="110000"/>
              </a:lnSpc>
              <a:spcBef>
                <a:spcPts val="0"/>
              </a:spcBef>
            </a:pPr>
            <a:r>
              <a:rPr lang="en-IN" sz="2400" dirty="0"/>
              <a:t>Segment-level weighted average of model forecasts</a:t>
            </a:r>
          </a:p>
          <a:p>
            <a:pPr>
              <a:lnSpc>
                <a:spcPct val="110000"/>
              </a:lnSpc>
              <a:spcBef>
                <a:spcPts val="0"/>
              </a:spcBef>
            </a:pPr>
            <a:r>
              <a:rPr lang="en-IN" sz="2400" dirty="0"/>
              <a:t>Segments combined only after aggregation</a:t>
            </a:r>
          </a:p>
          <a:p>
            <a:pPr>
              <a:lnSpc>
                <a:spcPct val="110000"/>
              </a:lnSpc>
              <a:spcBef>
                <a:spcPts val="0"/>
              </a:spcBef>
            </a:pPr>
            <a:endParaRPr lang="en-IN" sz="2400" dirty="0"/>
          </a:p>
          <a:p>
            <a:pPr marL="0" indent="0">
              <a:lnSpc>
                <a:spcPct val="110000"/>
              </a:lnSpc>
              <a:spcBef>
                <a:spcPts val="0"/>
              </a:spcBef>
              <a:buNone/>
            </a:pPr>
            <a:r>
              <a:rPr lang="en-IN" sz="2400" dirty="0">
                <a:solidFill>
                  <a:srgbClr val="C00000"/>
                </a:solidFill>
              </a:rPr>
              <a:t>Final Forecast = </a:t>
            </a:r>
            <a:r>
              <a:rPr lang="el-GR" sz="2400" dirty="0">
                <a:solidFill>
                  <a:srgbClr val="C00000"/>
                </a:solidFill>
              </a:rPr>
              <a:t>Σ (</a:t>
            </a:r>
            <a:r>
              <a:rPr lang="en-IN" sz="2400" dirty="0">
                <a:solidFill>
                  <a:srgbClr val="C00000"/>
                </a:solidFill>
              </a:rPr>
              <a:t>model weight × model prediction)</a:t>
            </a:r>
          </a:p>
          <a:p>
            <a:pPr marL="0" indent="0">
              <a:lnSpc>
                <a:spcPct val="110000"/>
              </a:lnSpc>
              <a:spcBef>
                <a:spcPts val="0"/>
              </a:spcBef>
              <a:buNone/>
            </a:pPr>
            <a:r>
              <a:rPr lang="en-US" altLang="en-US" sz="2400" i="1" dirty="0">
                <a:solidFill>
                  <a:srgbClr val="C00000"/>
                </a:solidFill>
              </a:rPr>
              <a:t>Validation (2024H2–2025H1) showed ensemble HS4 sMAPE≈0.77 vs naive≈0.94 at the time of submission</a:t>
            </a:r>
            <a:endParaRPr lang="en-US" altLang="en-US" sz="4000" i="1" dirty="0">
              <a:solidFill>
                <a:srgbClr val="C00000"/>
              </a:solidFill>
            </a:endParaRPr>
          </a:p>
          <a:p>
            <a:pPr marL="0" indent="0">
              <a:lnSpc>
                <a:spcPct val="110000"/>
              </a:lnSpc>
              <a:spcBef>
                <a:spcPts val="0"/>
              </a:spcBef>
              <a:buNone/>
            </a:pPr>
            <a:endParaRPr lang="en-IN" sz="2400" dirty="0">
              <a:solidFill>
                <a:srgbClr val="C00000"/>
              </a:solidFill>
            </a:endParaRPr>
          </a:p>
          <a:p>
            <a:pPr marL="0" indent="0">
              <a:lnSpc>
                <a:spcPct val="110000"/>
              </a:lnSpc>
              <a:buNone/>
            </a:pPr>
            <a:endParaRPr lang="en-IN" sz="1600" dirty="0"/>
          </a:p>
          <a:p>
            <a:pPr>
              <a:lnSpc>
                <a:spcPct val="110000"/>
              </a:lnSpc>
            </a:pPr>
            <a:endParaRPr lang="en-US" sz="1600" dirty="0"/>
          </a:p>
        </p:txBody>
      </p:sp>
    </p:spTree>
    <p:extLst>
      <p:ext uri="{BB962C8B-B14F-4D97-AF65-F5344CB8AC3E}">
        <p14:creationId xmlns:p14="http://schemas.microsoft.com/office/powerpoint/2010/main" val="3831113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5F77-53F8-4B2E-806E-2CDBB37D3F3A}"/>
              </a:ext>
            </a:extLst>
          </p:cNvPr>
          <p:cNvSpPr>
            <a:spLocks noGrp="1"/>
          </p:cNvSpPr>
          <p:nvPr>
            <p:ph type="title"/>
          </p:nvPr>
        </p:nvSpPr>
        <p:spPr/>
        <p:txBody>
          <a:bodyPr/>
          <a:lstStyle/>
          <a:p>
            <a:r>
              <a:rPr lang="en-US" sz="4000" dirty="0"/>
              <a:t>Model Performance and Ensemble Weights(Validation-Based)</a:t>
            </a:r>
          </a:p>
          <a:p>
            <a:endParaRPr lang="en-US" dirty="0"/>
          </a:p>
        </p:txBody>
      </p:sp>
      <p:graphicFrame>
        <p:nvGraphicFramePr>
          <p:cNvPr id="5" name="Content Placeholder 4">
            <a:extLst>
              <a:ext uri="{FF2B5EF4-FFF2-40B4-BE49-F238E27FC236}">
                <a16:creationId xmlns:a16="http://schemas.microsoft.com/office/drawing/2014/main" id="{DF136EBF-9171-CD71-DF5B-01B1DE9E672B}"/>
              </a:ext>
            </a:extLst>
          </p:cNvPr>
          <p:cNvGraphicFramePr>
            <a:graphicFrameLocks noGrp="1"/>
          </p:cNvGraphicFramePr>
          <p:nvPr>
            <p:ph idx="1"/>
            <p:extLst>
              <p:ext uri="{D42A27DB-BD31-4B8C-83A1-F6EECF244321}">
                <p14:modId xmlns:p14="http://schemas.microsoft.com/office/powerpoint/2010/main" val="3236590720"/>
              </p:ext>
            </p:extLst>
          </p:nvPr>
        </p:nvGraphicFramePr>
        <p:xfrm>
          <a:off x="840153" y="1582615"/>
          <a:ext cx="10515600" cy="4984655"/>
        </p:xfrm>
        <a:graphic>
          <a:graphicData uri="http://schemas.openxmlformats.org/drawingml/2006/table">
            <a:tbl>
              <a:tblPr bandRow="1">
                <a:tableStyleId>{5940675A-B579-460E-94D1-54222C63F5DA}</a:tableStyleId>
              </a:tblPr>
              <a:tblGrid>
                <a:gridCol w="2628900">
                  <a:extLst>
                    <a:ext uri="{9D8B030D-6E8A-4147-A177-3AD203B41FA5}">
                      <a16:colId xmlns:a16="http://schemas.microsoft.com/office/drawing/2014/main" val="3516007755"/>
                    </a:ext>
                  </a:extLst>
                </a:gridCol>
                <a:gridCol w="2628900">
                  <a:extLst>
                    <a:ext uri="{9D8B030D-6E8A-4147-A177-3AD203B41FA5}">
                      <a16:colId xmlns:a16="http://schemas.microsoft.com/office/drawing/2014/main" val="1211646271"/>
                    </a:ext>
                  </a:extLst>
                </a:gridCol>
                <a:gridCol w="2628900">
                  <a:extLst>
                    <a:ext uri="{9D8B030D-6E8A-4147-A177-3AD203B41FA5}">
                      <a16:colId xmlns:a16="http://schemas.microsoft.com/office/drawing/2014/main" val="1403035578"/>
                    </a:ext>
                  </a:extLst>
                </a:gridCol>
                <a:gridCol w="2628900">
                  <a:extLst>
                    <a:ext uri="{9D8B030D-6E8A-4147-A177-3AD203B41FA5}">
                      <a16:colId xmlns:a16="http://schemas.microsoft.com/office/drawing/2014/main" val="1915303042"/>
                    </a:ext>
                  </a:extLst>
                </a:gridCol>
              </a:tblGrid>
              <a:tr h="383435">
                <a:tc>
                  <a:txBody>
                    <a:bodyPr/>
                    <a:lstStyle/>
                    <a:p>
                      <a:pPr>
                        <a:buNone/>
                      </a:pPr>
                      <a:r>
                        <a:rPr lang="en-US" b="1" dirty="0"/>
                        <a:t>Segment</a:t>
                      </a:r>
                    </a:p>
                  </a:txBody>
                  <a:tcPr anchor="ctr"/>
                </a:tc>
                <a:tc>
                  <a:txBody>
                    <a:bodyPr/>
                    <a:lstStyle/>
                    <a:p>
                      <a:pPr>
                        <a:buNone/>
                      </a:pPr>
                      <a:r>
                        <a:rPr lang="en-US" b="1" dirty="0"/>
                        <a:t>Model</a:t>
                      </a:r>
                    </a:p>
                  </a:txBody>
                  <a:tcPr anchor="ctr"/>
                </a:tc>
                <a:tc>
                  <a:txBody>
                    <a:bodyPr/>
                    <a:lstStyle/>
                    <a:p>
                      <a:pPr>
                        <a:buNone/>
                      </a:pPr>
                      <a:r>
                        <a:rPr lang="en-US" b="1" dirty="0"/>
                        <a:t>Weighted CV </a:t>
                      </a:r>
                      <a:r>
                        <a:rPr lang="en-US" b="1" err="1"/>
                        <a:t>sMAPE</a:t>
                      </a:r>
                    </a:p>
                  </a:txBody>
                  <a:tcPr anchor="ctr"/>
                </a:tc>
                <a:tc>
                  <a:txBody>
                    <a:bodyPr/>
                    <a:lstStyle/>
                    <a:p>
                      <a:pPr>
                        <a:buNone/>
                      </a:pPr>
                      <a:r>
                        <a:rPr lang="en-US" b="1" dirty="0"/>
                        <a:t>Final Ensemble Weight</a:t>
                      </a:r>
                    </a:p>
                  </a:txBody>
                  <a:tcPr anchor="ctr"/>
                </a:tc>
                <a:extLst>
                  <a:ext uri="{0D108BD9-81ED-4DB2-BD59-A6C34878D82A}">
                    <a16:rowId xmlns:a16="http://schemas.microsoft.com/office/drawing/2014/main" val="1405240318"/>
                  </a:ext>
                </a:extLst>
              </a:tr>
              <a:tr h="383435">
                <a:tc rowSpan="3">
                  <a:txBody>
                    <a:bodyPr/>
                    <a:lstStyle/>
                    <a:p>
                      <a:pPr>
                        <a:buNone/>
                      </a:pPr>
                      <a:r>
                        <a:rPr lang="en-US" dirty="0">
                          <a:solidFill>
                            <a:schemeClr val="accent6">
                              <a:lumMod val="50000"/>
                            </a:schemeClr>
                          </a:solidFill>
                        </a:rPr>
                        <a:t>CHN – Export</a:t>
                      </a:r>
                    </a:p>
                  </a:txBody>
                  <a:tcPr anchor="ctr"/>
                </a:tc>
                <a:tc>
                  <a:txBody>
                    <a:bodyPr/>
                    <a:lstStyle/>
                    <a:p>
                      <a:pPr>
                        <a:buNone/>
                      </a:pPr>
                      <a:r>
                        <a:rPr lang="en-US" dirty="0">
                          <a:solidFill>
                            <a:schemeClr val="accent6">
                              <a:lumMod val="50000"/>
                            </a:schemeClr>
                          </a:solidFill>
                        </a:rPr>
                        <a:t>XGB-Tweedie</a:t>
                      </a:r>
                    </a:p>
                  </a:txBody>
                  <a:tcPr anchor="ctr"/>
                </a:tc>
                <a:tc>
                  <a:txBody>
                    <a:bodyPr/>
                    <a:lstStyle/>
                    <a:p>
                      <a:pPr>
                        <a:buNone/>
                      </a:pPr>
                      <a:r>
                        <a:rPr lang="en-US" dirty="0">
                          <a:solidFill>
                            <a:schemeClr val="accent6">
                              <a:lumMod val="50000"/>
                            </a:schemeClr>
                          </a:solidFill>
                        </a:rPr>
                        <a:t>0.459</a:t>
                      </a:r>
                    </a:p>
                  </a:txBody>
                  <a:tcPr anchor="ctr"/>
                </a:tc>
                <a:tc>
                  <a:txBody>
                    <a:bodyPr/>
                    <a:lstStyle/>
                    <a:p>
                      <a:pPr>
                        <a:buNone/>
                      </a:pPr>
                      <a:r>
                        <a:rPr lang="en-US" dirty="0">
                          <a:solidFill>
                            <a:schemeClr val="accent6">
                              <a:lumMod val="50000"/>
                            </a:schemeClr>
                          </a:solidFill>
                        </a:rPr>
                        <a:t>0.398</a:t>
                      </a:r>
                    </a:p>
                  </a:txBody>
                  <a:tcPr anchor="ctr"/>
                </a:tc>
                <a:extLst>
                  <a:ext uri="{0D108BD9-81ED-4DB2-BD59-A6C34878D82A}">
                    <a16:rowId xmlns:a16="http://schemas.microsoft.com/office/drawing/2014/main" val="2398042650"/>
                  </a:ext>
                </a:extLst>
              </a:tr>
              <a:tr h="383435">
                <a:tc vMerge="1">
                  <a:txBody>
                    <a:bodyPr/>
                    <a:lstStyle/>
                    <a:p>
                      <a:endParaRPr lang="en-US"/>
                    </a:p>
                  </a:txBody>
                  <a:tcPr anchor="ctr"/>
                </a:tc>
                <a:tc>
                  <a:txBody>
                    <a:bodyPr/>
                    <a:lstStyle/>
                    <a:p>
                      <a:pPr>
                        <a:buNone/>
                      </a:pPr>
                      <a:r>
                        <a:rPr lang="en-US" dirty="0">
                          <a:solidFill>
                            <a:schemeClr val="accent6">
                              <a:lumMod val="50000"/>
                            </a:schemeClr>
                          </a:solidFill>
                        </a:rPr>
                        <a:t>LGBM-</a:t>
                      </a:r>
                      <a:r>
                        <a:rPr lang="en-US" dirty="0" err="1">
                          <a:solidFill>
                            <a:schemeClr val="accent6">
                              <a:lumMod val="50000"/>
                            </a:schemeClr>
                          </a:solidFill>
                        </a:rPr>
                        <a:t>LogRMSE</a:t>
                      </a:r>
                    </a:p>
                  </a:txBody>
                  <a:tcPr anchor="ctr"/>
                </a:tc>
                <a:tc>
                  <a:txBody>
                    <a:bodyPr/>
                    <a:lstStyle/>
                    <a:p>
                      <a:pPr>
                        <a:buNone/>
                      </a:pPr>
                      <a:r>
                        <a:rPr lang="en-US" dirty="0">
                          <a:solidFill>
                            <a:schemeClr val="accent6">
                              <a:lumMod val="50000"/>
                            </a:schemeClr>
                          </a:solidFill>
                        </a:rPr>
                        <a:t>0.478</a:t>
                      </a:r>
                    </a:p>
                  </a:txBody>
                  <a:tcPr anchor="ctr"/>
                </a:tc>
                <a:tc>
                  <a:txBody>
                    <a:bodyPr/>
                    <a:lstStyle/>
                    <a:p>
                      <a:pPr>
                        <a:buNone/>
                      </a:pPr>
                      <a:r>
                        <a:rPr lang="en-US" dirty="0">
                          <a:solidFill>
                            <a:schemeClr val="accent6">
                              <a:lumMod val="50000"/>
                            </a:schemeClr>
                          </a:solidFill>
                        </a:rPr>
                        <a:t>0.309</a:t>
                      </a:r>
                    </a:p>
                  </a:txBody>
                  <a:tcPr anchor="ctr"/>
                </a:tc>
                <a:extLst>
                  <a:ext uri="{0D108BD9-81ED-4DB2-BD59-A6C34878D82A}">
                    <a16:rowId xmlns:a16="http://schemas.microsoft.com/office/drawing/2014/main" val="2813963707"/>
                  </a:ext>
                </a:extLst>
              </a:tr>
              <a:tr h="383435">
                <a:tc vMerge="1">
                  <a:txBody>
                    <a:bodyPr/>
                    <a:lstStyle/>
                    <a:p>
                      <a:endParaRPr lang="en-US"/>
                    </a:p>
                  </a:txBody>
                  <a:tcPr anchor="ctr"/>
                </a:tc>
                <a:tc>
                  <a:txBody>
                    <a:bodyPr/>
                    <a:lstStyle/>
                    <a:p>
                      <a:pPr>
                        <a:buNone/>
                      </a:pPr>
                      <a:r>
                        <a:rPr lang="en-US" dirty="0">
                          <a:solidFill>
                            <a:schemeClr val="accent6">
                              <a:lumMod val="50000"/>
                            </a:schemeClr>
                          </a:solidFill>
                        </a:rPr>
                        <a:t>XGB-Log1p</a:t>
                      </a:r>
                    </a:p>
                  </a:txBody>
                  <a:tcPr anchor="ctr"/>
                </a:tc>
                <a:tc>
                  <a:txBody>
                    <a:bodyPr/>
                    <a:lstStyle/>
                    <a:p>
                      <a:pPr>
                        <a:buNone/>
                      </a:pPr>
                      <a:r>
                        <a:rPr lang="en-US" dirty="0">
                          <a:solidFill>
                            <a:schemeClr val="accent6">
                              <a:lumMod val="50000"/>
                            </a:schemeClr>
                          </a:solidFill>
                        </a:rPr>
                        <a:t>0.481</a:t>
                      </a:r>
                    </a:p>
                  </a:txBody>
                  <a:tcPr anchor="ctr"/>
                </a:tc>
                <a:tc>
                  <a:txBody>
                    <a:bodyPr/>
                    <a:lstStyle/>
                    <a:p>
                      <a:pPr>
                        <a:buNone/>
                      </a:pPr>
                      <a:r>
                        <a:rPr lang="en-US" dirty="0">
                          <a:solidFill>
                            <a:schemeClr val="accent6">
                              <a:lumMod val="50000"/>
                            </a:schemeClr>
                          </a:solidFill>
                        </a:rPr>
                        <a:t>0.293</a:t>
                      </a:r>
                    </a:p>
                  </a:txBody>
                  <a:tcPr anchor="ctr"/>
                </a:tc>
                <a:extLst>
                  <a:ext uri="{0D108BD9-81ED-4DB2-BD59-A6C34878D82A}">
                    <a16:rowId xmlns:a16="http://schemas.microsoft.com/office/drawing/2014/main" val="171044209"/>
                  </a:ext>
                </a:extLst>
              </a:tr>
              <a:tr h="383435">
                <a:tc rowSpan="3">
                  <a:txBody>
                    <a:bodyPr/>
                    <a:lstStyle/>
                    <a:p>
                      <a:pPr>
                        <a:buNone/>
                      </a:pPr>
                      <a:r>
                        <a:rPr lang="en-US" dirty="0">
                          <a:solidFill>
                            <a:schemeClr val="accent2">
                              <a:lumMod val="50000"/>
                            </a:schemeClr>
                          </a:solidFill>
                        </a:rPr>
                        <a:t>CHN – Import</a:t>
                      </a:r>
                    </a:p>
                  </a:txBody>
                  <a:tcPr anchor="ctr"/>
                </a:tc>
                <a:tc>
                  <a:txBody>
                    <a:bodyPr/>
                    <a:lstStyle/>
                    <a:p>
                      <a:pPr>
                        <a:buNone/>
                      </a:pPr>
                      <a:r>
                        <a:rPr lang="en-US" dirty="0">
                          <a:solidFill>
                            <a:schemeClr val="accent2">
                              <a:lumMod val="50000"/>
                            </a:schemeClr>
                          </a:solidFill>
                        </a:rPr>
                        <a:t>LGBM-</a:t>
                      </a:r>
                      <a:r>
                        <a:rPr lang="en-US" dirty="0" err="1">
                          <a:solidFill>
                            <a:schemeClr val="accent2">
                              <a:lumMod val="50000"/>
                            </a:schemeClr>
                          </a:solidFill>
                        </a:rPr>
                        <a:t>LogRMSE</a:t>
                      </a:r>
                    </a:p>
                  </a:txBody>
                  <a:tcPr anchor="ctr"/>
                </a:tc>
                <a:tc>
                  <a:txBody>
                    <a:bodyPr/>
                    <a:lstStyle/>
                    <a:p>
                      <a:pPr>
                        <a:buNone/>
                      </a:pPr>
                      <a:r>
                        <a:rPr lang="en-US" dirty="0">
                          <a:solidFill>
                            <a:schemeClr val="accent2">
                              <a:lumMod val="50000"/>
                            </a:schemeClr>
                          </a:solidFill>
                        </a:rPr>
                        <a:t>0.625</a:t>
                      </a:r>
                    </a:p>
                  </a:txBody>
                  <a:tcPr anchor="ctr"/>
                </a:tc>
                <a:tc>
                  <a:txBody>
                    <a:bodyPr/>
                    <a:lstStyle/>
                    <a:p>
                      <a:pPr>
                        <a:buNone/>
                      </a:pPr>
                      <a:r>
                        <a:rPr lang="en-US" dirty="0">
                          <a:solidFill>
                            <a:schemeClr val="accent2">
                              <a:lumMod val="50000"/>
                            </a:schemeClr>
                          </a:solidFill>
                        </a:rPr>
                        <a:t>0.349</a:t>
                      </a:r>
                    </a:p>
                  </a:txBody>
                  <a:tcPr anchor="ctr"/>
                </a:tc>
                <a:extLst>
                  <a:ext uri="{0D108BD9-81ED-4DB2-BD59-A6C34878D82A}">
                    <a16:rowId xmlns:a16="http://schemas.microsoft.com/office/drawing/2014/main" val="1667580808"/>
                  </a:ext>
                </a:extLst>
              </a:tr>
              <a:tr h="383435">
                <a:tc vMerge="1">
                  <a:txBody>
                    <a:bodyPr/>
                    <a:lstStyle/>
                    <a:p>
                      <a:endParaRPr lang="en-US"/>
                    </a:p>
                  </a:txBody>
                  <a:tcPr anchor="ctr"/>
                </a:tc>
                <a:tc>
                  <a:txBody>
                    <a:bodyPr/>
                    <a:lstStyle/>
                    <a:p>
                      <a:pPr>
                        <a:buNone/>
                      </a:pPr>
                      <a:r>
                        <a:rPr lang="en-US" dirty="0">
                          <a:solidFill>
                            <a:schemeClr val="accent2">
                              <a:lumMod val="50000"/>
                            </a:schemeClr>
                          </a:solidFill>
                        </a:rPr>
                        <a:t>XGB-Log1p</a:t>
                      </a:r>
                    </a:p>
                  </a:txBody>
                  <a:tcPr anchor="ctr"/>
                </a:tc>
                <a:tc>
                  <a:txBody>
                    <a:bodyPr/>
                    <a:lstStyle/>
                    <a:p>
                      <a:pPr>
                        <a:buNone/>
                      </a:pPr>
                      <a:r>
                        <a:rPr lang="en-US" dirty="0">
                          <a:solidFill>
                            <a:schemeClr val="accent2">
                              <a:lumMod val="50000"/>
                            </a:schemeClr>
                          </a:solidFill>
                        </a:rPr>
                        <a:t>0.632</a:t>
                      </a:r>
                    </a:p>
                  </a:txBody>
                  <a:tcPr anchor="ctr"/>
                </a:tc>
                <a:tc>
                  <a:txBody>
                    <a:bodyPr/>
                    <a:lstStyle/>
                    <a:p>
                      <a:pPr>
                        <a:buNone/>
                      </a:pPr>
                      <a:r>
                        <a:rPr lang="en-US" dirty="0">
                          <a:solidFill>
                            <a:schemeClr val="accent2">
                              <a:lumMod val="50000"/>
                            </a:schemeClr>
                          </a:solidFill>
                        </a:rPr>
                        <a:t>0.300</a:t>
                      </a:r>
                    </a:p>
                  </a:txBody>
                  <a:tcPr anchor="ctr"/>
                </a:tc>
                <a:extLst>
                  <a:ext uri="{0D108BD9-81ED-4DB2-BD59-A6C34878D82A}">
                    <a16:rowId xmlns:a16="http://schemas.microsoft.com/office/drawing/2014/main" val="2688468012"/>
                  </a:ext>
                </a:extLst>
              </a:tr>
              <a:tr h="383435">
                <a:tc vMerge="1">
                  <a:txBody>
                    <a:bodyPr/>
                    <a:lstStyle/>
                    <a:p>
                      <a:endParaRPr lang="en-US"/>
                    </a:p>
                  </a:txBody>
                  <a:tcPr anchor="ctr"/>
                </a:tc>
                <a:tc>
                  <a:txBody>
                    <a:bodyPr/>
                    <a:lstStyle/>
                    <a:p>
                      <a:pPr>
                        <a:buNone/>
                      </a:pPr>
                      <a:r>
                        <a:rPr lang="en-US" dirty="0">
                          <a:solidFill>
                            <a:schemeClr val="accent2">
                              <a:lumMod val="50000"/>
                            </a:schemeClr>
                          </a:solidFill>
                        </a:rPr>
                        <a:t>XGB-Tweedie</a:t>
                      </a:r>
                    </a:p>
                  </a:txBody>
                  <a:tcPr anchor="ctr"/>
                </a:tc>
                <a:tc>
                  <a:txBody>
                    <a:bodyPr/>
                    <a:lstStyle/>
                    <a:p>
                      <a:pPr>
                        <a:buNone/>
                      </a:pPr>
                      <a:r>
                        <a:rPr lang="en-US" dirty="0">
                          <a:solidFill>
                            <a:schemeClr val="accent2">
                              <a:lumMod val="50000"/>
                            </a:schemeClr>
                          </a:solidFill>
                        </a:rPr>
                        <a:t>0.652</a:t>
                      </a:r>
                    </a:p>
                  </a:txBody>
                  <a:tcPr anchor="ctr"/>
                </a:tc>
                <a:tc>
                  <a:txBody>
                    <a:bodyPr/>
                    <a:lstStyle/>
                    <a:p>
                      <a:pPr>
                        <a:buNone/>
                      </a:pPr>
                      <a:r>
                        <a:rPr lang="en-US" dirty="0">
                          <a:solidFill>
                            <a:schemeClr val="accent2">
                              <a:lumMod val="50000"/>
                            </a:schemeClr>
                          </a:solidFill>
                        </a:rPr>
                        <a:t>0.351</a:t>
                      </a:r>
                    </a:p>
                  </a:txBody>
                  <a:tcPr anchor="ctr"/>
                </a:tc>
                <a:extLst>
                  <a:ext uri="{0D108BD9-81ED-4DB2-BD59-A6C34878D82A}">
                    <a16:rowId xmlns:a16="http://schemas.microsoft.com/office/drawing/2014/main" val="1790599319"/>
                  </a:ext>
                </a:extLst>
              </a:tr>
              <a:tr h="383435">
                <a:tc rowSpan="3">
                  <a:txBody>
                    <a:bodyPr/>
                    <a:lstStyle/>
                    <a:p>
                      <a:pPr>
                        <a:buNone/>
                      </a:pPr>
                      <a:r>
                        <a:rPr lang="en-US" dirty="0">
                          <a:solidFill>
                            <a:schemeClr val="accent6">
                              <a:lumMod val="50000"/>
                            </a:schemeClr>
                          </a:solidFill>
                        </a:rPr>
                        <a:t>USA – Export</a:t>
                      </a:r>
                    </a:p>
                  </a:txBody>
                  <a:tcPr anchor="ctr"/>
                </a:tc>
                <a:tc>
                  <a:txBody>
                    <a:bodyPr/>
                    <a:lstStyle/>
                    <a:p>
                      <a:pPr>
                        <a:buNone/>
                      </a:pPr>
                      <a:r>
                        <a:rPr lang="en-US" dirty="0">
                          <a:solidFill>
                            <a:schemeClr val="accent6">
                              <a:lumMod val="50000"/>
                            </a:schemeClr>
                          </a:solidFill>
                        </a:rPr>
                        <a:t>XGB-Tweedie</a:t>
                      </a:r>
                    </a:p>
                  </a:txBody>
                  <a:tcPr anchor="ctr"/>
                </a:tc>
                <a:tc>
                  <a:txBody>
                    <a:bodyPr/>
                    <a:lstStyle/>
                    <a:p>
                      <a:pPr>
                        <a:buNone/>
                      </a:pPr>
                      <a:r>
                        <a:rPr lang="en-US" dirty="0">
                          <a:solidFill>
                            <a:schemeClr val="accent6">
                              <a:lumMod val="50000"/>
                            </a:schemeClr>
                          </a:solidFill>
                        </a:rPr>
                        <a:t>0.933</a:t>
                      </a:r>
                    </a:p>
                  </a:txBody>
                  <a:tcPr anchor="ctr"/>
                </a:tc>
                <a:tc>
                  <a:txBody>
                    <a:bodyPr/>
                    <a:lstStyle/>
                    <a:p>
                      <a:pPr>
                        <a:buNone/>
                      </a:pPr>
                      <a:r>
                        <a:rPr lang="en-US" dirty="0">
                          <a:solidFill>
                            <a:schemeClr val="accent6">
                              <a:lumMod val="50000"/>
                            </a:schemeClr>
                          </a:solidFill>
                        </a:rPr>
                        <a:t>0.394</a:t>
                      </a:r>
                    </a:p>
                  </a:txBody>
                  <a:tcPr anchor="ctr"/>
                </a:tc>
                <a:extLst>
                  <a:ext uri="{0D108BD9-81ED-4DB2-BD59-A6C34878D82A}">
                    <a16:rowId xmlns:a16="http://schemas.microsoft.com/office/drawing/2014/main" val="1622041926"/>
                  </a:ext>
                </a:extLst>
              </a:tr>
              <a:tr h="383435">
                <a:tc vMerge="1">
                  <a:txBody>
                    <a:bodyPr/>
                    <a:lstStyle/>
                    <a:p>
                      <a:endParaRPr lang="en-US"/>
                    </a:p>
                  </a:txBody>
                  <a:tcPr anchor="ctr"/>
                </a:tc>
                <a:tc>
                  <a:txBody>
                    <a:bodyPr/>
                    <a:lstStyle/>
                    <a:p>
                      <a:pPr>
                        <a:buNone/>
                      </a:pPr>
                      <a:r>
                        <a:rPr lang="en-US" dirty="0">
                          <a:solidFill>
                            <a:schemeClr val="accent6">
                              <a:lumMod val="50000"/>
                            </a:schemeClr>
                          </a:solidFill>
                        </a:rPr>
                        <a:t>LGBM-</a:t>
                      </a:r>
                      <a:r>
                        <a:rPr lang="en-US" dirty="0" err="1">
                          <a:solidFill>
                            <a:schemeClr val="accent6">
                              <a:lumMod val="50000"/>
                            </a:schemeClr>
                          </a:solidFill>
                        </a:rPr>
                        <a:t>LogRMSE</a:t>
                      </a:r>
                    </a:p>
                  </a:txBody>
                  <a:tcPr anchor="ctr"/>
                </a:tc>
                <a:tc>
                  <a:txBody>
                    <a:bodyPr/>
                    <a:lstStyle/>
                    <a:p>
                      <a:pPr>
                        <a:buNone/>
                      </a:pPr>
                      <a:r>
                        <a:rPr lang="en-US" dirty="0">
                          <a:solidFill>
                            <a:schemeClr val="accent6">
                              <a:lumMod val="50000"/>
                            </a:schemeClr>
                          </a:solidFill>
                        </a:rPr>
                        <a:t>1.066</a:t>
                      </a:r>
                    </a:p>
                  </a:txBody>
                  <a:tcPr anchor="ctr"/>
                </a:tc>
                <a:tc>
                  <a:txBody>
                    <a:bodyPr/>
                    <a:lstStyle/>
                    <a:p>
                      <a:pPr>
                        <a:buNone/>
                      </a:pPr>
                      <a:r>
                        <a:rPr lang="en-US" dirty="0">
                          <a:solidFill>
                            <a:schemeClr val="accent6">
                              <a:lumMod val="50000"/>
                            </a:schemeClr>
                          </a:solidFill>
                        </a:rPr>
                        <a:t>0.317</a:t>
                      </a:r>
                    </a:p>
                  </a:txBody>
                  <a:tcPr anchor="ctr"/>
                </a:tc>
                <a:extLst>
                  <a:ext uri="{0D108BD9-81ED-4DB2-BD59-A6C34878D82A}">
                    <a16:rowId xmlns:a16="http://schemas.microsoft.com/office/drawing/2014/main" val="1360682534"/>
                  </a:ext>
                </a:extLst>
              </a:tr>
              <a:tr h="383435">
                <a:tc vMerge="1">
                  <a:txBody>
                    <a:bodyPr/>
                    <a:lstStyle/>
                    <a:p>
                      <a:endParaRPr lang="en-US"/>
                    </a:p>
                  </a:txBody>
                  <a:tcPr anchor="ctr"/>
                </a:tc>
                <a:tc>
                  <a:txBody>
                    <a:bodyPr/>
                    <a:lstStyle/>
                    <a:p>
                      <a:pPr>
                        <a:buNone/>
                      </a:pPr>
                      <a:r>
                        <a:rPr lang="en-US" dirty="0">
                          <a:solidFill>
                            <a:schemeClr val="accent6">
                              <a:lumMod val="50000"/>
                            </a:schemeClr>
                          </a:solidFill>
                        </a:rPr>
                        <a:t>XGB-Log1p</a:t>
                      </a:r>
                    </a:p>
                  </a:txBody>
                  <a:tcPr anchor="ctr"/>
                </a:tc>
                <a:tc>
                  <a:txBody>
                    <a:bodyPr/>
                    <a:lstStyle/>
                    <a:p>
                      <a:pPr>
                        <a:buNone/>
                      </a:pPr>
                      <a:r>
                        <a:rPr lang="en-US" dirty="0">
                          <a:solidFill>
                            <a:schemeClr val="accent6">
                              <a:lumMod val="50000"/>
                            </a:schemeClr>
                          </a:solidFill>
                        </a:rPr>
                        <a:t>1.134</a:t>
                      </a:r>
                    </a:p>
                  </a:txBody>
                  <a:tcPr anchor="ctr"/>
                </a:tc>
                <a:tc>
                  <a:txBody>
                    <a:bodyPr/>
                    <a:lstStyle/>
                    <a:p>
                      <a:pPr>
                        <a:buNone/>
                      </a:pPr>
                      <a:r>
                        <a:rPr lang="en-US" dirty="0">
                          <a:solidFill>
                            <a:schemeClr val="accent6">
                              <a:lumMod val="50000"/>
                            </a:schemeClr>
                          </a:solidFill>
                        </a:rPr>
                        <a:t>0.288</a:t>
                      </a:r>
                    </a:p>
                  </a:txBody>
                  <a:tcPr anchor="ctr"/>
                </a:tc>
                <a:extLst>
                  <a:ext uri="{0D108BD9-81ED-4DB2-BD59-A6C34878D82A}">
                    <a16:rowId xmlns:a16="http://schemas.microsoft.com/office/drawing/2014/main" val="2960231207"/>
                  </a:ext>
                </a:extLst>
              </a:tr>
              <a:tr h="383435">
                <a:tc rowSpan="3">
                  <a:txBody>
                    <a:bodyPr/>
                    <a:lstStyle/>
                    <a:p>
                      <a:pPr>
                        <a:buNone/>
                      </a:pPr>
                      <a:r>
                        <a:rPr lang="en-US" dirty="0">
                          <a:solidFill>
                            <a:schemeClr val="accent2">
                              <a:lumMod val="50000"/>
                            </a:schemeClr>
                          </a:solidFill>
                        </a:rPr>
                        <a:t>USA – Import</a:t>
                      </a:r>
                    </a:p>
                  </a:txBody>
                  <a:tcPr anchor="ctr"/>
                </a:tc>
                <a:tc>
                  <a:txBody>
                    <a:bodyPr/>
                    <a:lstStyle/>
                    <a:p>
                      <a:pPr>
                        <a:buNone/>
                      </a:pPr>
                      <a:r>
                        <a:rPr lang="en-US" dirty="0">
                          <a:solidFill>
                            <a:schemeClr val="accent2">
                              <a:lumMod val="50000"/>
                            </a:schemeClr>
                          </a:solidFill>
                        </a:rPr>
                        <a:t>XGB-Tweedie</a:t>
                      </a:r>
                    </a:p>
                  </a:txBody>
                  <a:tcPr anchor="ctr"/>
                </a:tc>
                <a:tc>
                  <a:txBody>
                    <a:bodyPr/>
                    <a:lstStyle/>
                    <a:p>
                      <a:pPr>
                        <a:buNone/>
                      </a:pPr>
                      <a:r>
                        <a:rPr lang="en-US" dirty="0">
                          <a:solidFill>
                            <a:schemeClr val="accent2">
                              <a:lumMod val="50000"/>
                            </a:schemeClr>
                          </a:solidFill>
                        </a:rPr>
                        <a:t>0.871</a:t>
                      </a:r>
                    </a:p>
                  </a:txBody>
                  <a:tcPr anchor="ctr"/>
                </a:tc>
                <a:tc>
                  <a:txBody>
                    <a:bodyPr/>
                    <a:lstStyle/>
                    <a:p>
                      <a:pPr>
                        <a:buNone/>
                      </a:pPr>
                      <a:r>
                        <a:rPr lang="en-US" dirty="0">
                          <a:solidFill>
                            <a:schemeClr val="accent2">
                              <a:lumMod val="50000"/>
                            </a:schemeClr>
                          </a:solidFill>
                        </a:rPr>
                        <a:t>0.389</a:t>
                      </a:r>
                    </a:p>
                  </a:txBody>
                  <a:tcPr anchor="ctr"/>
                </a:tc>
                <a:extLst>
                  <a:ext uri="{0D108BD9-81ED-4DB2-BD59-A6C34878D82A}">
                    <a16:rowId xmlns:a16="http://schemas.microsoft.com/office/drawing/2014/main" val="1751574418"/>
                  </a:ext>
                </a:extLst>
              </a:tr>
              <a:tr h="383435">
                <a:tc vMerge="1">
                  <a:txBody>
                    <a:bodyPr/>
                    <a:lstStyle/>
                    <a:p>
                      <a:endParaRPr lang="en-US"/>
                    </a:p>
                  </a:txBody>
                  <a:tcPr anchor="ctr"/>
                </a:tc>
                <a:tc>
                  <a:txBody>
                    <a:bodyPr/>
                    <a:lstStyle/>
                    <a:p>
                      <a:pPr>
                        <a:buNone/>
                      </a:pPr>
                      <a:r>
                        <a:rPr lang="en-US" dirty="0">
                          <a:solidFill>
                            <a:schemeClr val="accent2">
                              <a:lumMod val="50000"/>
                            </a:schemeClr>
                          </a:solidFill>
                        </a:rPr>
                        <a:t>LGBM-</a:t>
                      </a:r>
                      <a:r>
                        <a:rPr lang="en-US" dirty="0" err="1">
                          <a:solidFill>
                            <a:schemeClr val="accent2">
                              <a:lumMod val="50000"/>
                            </a:schemeClr>
                          </a:solidFill>
                        </a:rPr>
                        <a:t>LogRMSE</a:t>
                      </a:r>
                    </a:p>
                  </a:txBody>
                  <a:tcPr anchor="ctr"/>
                </a:tc>
                <a:tc>
                  <a:txBody>
                    <a:bodyPr/>
                    <a:lstStyle/>
                    <a:p>
                      <a:pPr>
                        <a:buNone/>
                      </a:pPr>
                      <a:r>
                        <a:rPr lang="en-US" dirty="0">
                          <a:solidFill>
                            <a:schemeClr val="accent2">
                              <a:lumMod val="50000"/>
                            </a:schemeClr>
                          </a:solidFill>
                        </a:rPr>
                        <a:t>0.953</a:t>
                      </a:r>
                    </a:p>
                  </a:txBody>
                  <a:tcPr anchor="ctr"/>
                </a:tc>
                <a:tc>
                  <a:txBody>
                    <a:bodyPr/>
                    <a:lstStyle/>
                    <a:p>
                      <a:pPr>
                        <a:buNone/>
                      </a:pPr>
                      <a:r>
                        <a:rPr lang="en-US" dirty="0">
                          <a:solidFill>
                            <a:schemeClr val="accent2">
                              <a:lumMod val="50000"/>
                            </a:schemeClr>
                          </a:solidFill>
                        </a:rPr>
                        <a:t>0.322</a:t>
                      </a:r>
                    </a:p>
                  </a:txBody>
                  <a:tcPr anchor="ctr"/>
                </a:tc>
                <a:extLst>
                  <a:ext uri="{0D108BD9-81ED-4DB2-BD59-A6C34878D82A}">
                    <a16:rowId xmlns:a16="http://schemas.microsoft.com/office/drawing/2014/main" val="2721090721"/>
                  </a:ext>
                </a:extLst>
              </a:tr>
              <a:tr h="383435">
                <a:tc vMerge="1">
                  <a:txBody>
                    <a:bodyPr/>
                    <a:lstStyle/>
                    <a:p>
                      <a:endParaRPr lang="en-US"/>
                    </a:p>
                  </a:txBody>
                  <a:tcPr anchor="ctr"/>
                </a:tc>
                <a:tc>
                  <a:txBody>
                    <a:bodyPr/>
                    <a:lstStyle/>
                    <a:p>
                      <a:pPr>
                        <a:buNone/>
                      </a:pPr>
                      <a:r>
                        <a:rPr lang="en-US" dirty="0">
                          <a:solidFill>
                            <a:schemeClr val="accent2">
                              <a:lumMod val="50000"/>
                            </a:schemeClr>
                          </a:solidFill>
                        </a:rPr>
                        <a:t>XGB-Log1p</a:t>
                      </a:r>
                    </a:p>
                  </a:txBody>
                  <a:tcPr anchor="ctr"/>
                </a:tc>
                <a:tc>
                  <a:txBody>
                    <a:bodyPr/>
                    <a:lstStyle/>
                    <a:p>
                      <a:pPr>
                        <a:buNone/>
                      </a:pPr>
                      <a:r>
                        <a:rPr lang="en-US" dirty="0">
                          <a:solidFill>
                            <a:schemeClr val="accent2">
                              <a:lumMod val="50000"/>
                            </a:schemeClr>
                          </a:solidFill>
                        </a:rPr>
                        <a:t>1.028</a:t>
                      </a:r>
                    </a:p>
                  </a:txBody>
                  <a:tcPr anchor="ctr"/>
                </a:tc>
                <a:tc>
                  <a:txBody>
                    <a:bodyPr/>
                    <a:lstStyle/>
                    <a:p>
                      <a:pPr>
                        <a:buNone/>
                      </a:pPr>
                      <a:r>
                        <a:rPr lang="en-US" dirty="0">
                          <a:solidFill>
                            <a:schemeClr val="accent2">
                              <a:lumMod val="50000"/>
                            </a:schemeClr>
                          </a:solidFill>
                        </a:rPr>
                        <a:t>0.290</a:t>
                      </a:r>
                    </a:p>
                  </a:txBody>
                  <a:tcPr anchor="ctr"/>
                </a:tc>
                <a:extLst>
                  <a:ext uri="{0D108BD9-81ED-4DB2-BD59-A6C34878D82A}">
                    <a16:rowId xmlns:a16="http://schemas.microsoft.com/office/drawing/2014/main" val="2643756547"/>
                  </a:ext>
                </a:extLst>
              </a:tr>
            </a:tbl>
          </a:graphicData>
        </a:graphic>
      </p:graphicFrame>
    </p:spTree>
    <p:extLst>
      <p:ext uri="{BB962C8B-B14F-4D97-AF65-F5344CB8AC3E}">
        <p14:creationId xmlns:p14="http://schemas.microsoft.com/office/powerpoint/2010/main" val="3296404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BC8D-DBC3-7BCE-36B4-DC8530748B82}"/>
              </a:ext>
            </a:extLst>
          </p:cNvPr>
          <p:cNvSpPr>
            <a:spLocks noGrp="1"/>
          </p:cNvSpPr>
          <p:nvPr>
            <p:ph type="title"/>
          </p:nvPr>
        </p:nvSpPr>
        <p:spPr>
          <a:xfrm>
            <a:off x="838200" y="365125"/>
            <a:ext cx="10515600" cy="737961"/>
          </a:xfrm>
        </p:spPr>
        <p:txBody>
          <a:bodyPr/>
          <a:lstStyle/>
          <a:p>
            <a:r>
              <a:rPr lang="en-US" dirty="0"/>
              <a:t>Post processing and submission</a:t>
            </a:r>
          </a:p>
        </p:txBody>
      </p:sp>
      <p:sp>
        <p:nvSpPr>
          <p:cNvPr id="4" name="Rectangle 1">
            <a:extLst>
              <a:ext uri="{FF2B5EF4-FFF2-40B4-BE49-F238E27FC236}">
                <a16:creationId xmlns:a16="http://schemas.microsoft.com/office/drawing/2014/main" id="{B6E62D38-ACAA-63D1-2B66-DDDE2D786BB2}"/>
              </a:ext>
            </a:extLst>
          </p:cNvPr>
          <p:cNvSpPr>
            <a:spLocks noGrp="1" noChangeArrowheads="1"/>
          </p:cNvSpPr>
          <p:nvPr>
            <p:ph idx="1"/>
          </p:nvPr>
        </p:nvSpPr>
        <p:spPr bwMode="auto">
          <a:xfrm>
            <a:off x="838200" y="1472418"/>
            <a:ext cx="10515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C00000"/>
                </a:solidFill>
                <a:effectLst/>
                <a:latin typeface="+mn-lt"/>
              </a:rPr>
              <a:t>Post-processing</a:t>
            </a:r>
            <a:endParaRPr kumimoji="0" lang="en-US" altLang="en-US" sz="2400" b="0" i="0" u="none" strike="noStrike" cap="none" normalizeH="0" baseline="0" dirty="0">
              <a:ln>
                <a:noFill/>
              </a:ln>
              <a:solidFill>
                <a:srgbClr val="C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mn-lt"/>
              </a:rPr>
              <a:t>Forecasts generated at </a:t>
            </a:r>
            <a:r>
              <a:rPr kumimoji="0" lang="en-US" altLang="en-US" sz="2400" b="1" i="0" u="none" strike="noStrike" cap="none" normalizeH="0" baseline="0" dirty="0">
                <a:ln>
                  <a:noFill/>
                </a:ln>
                <a:solidFill>
                  <a:srgbClr val="000000"/>
                </a:solidFill>
                <a:effectLst/>
                <a:latin typeface="+mn-lt"/>
              </a:rPr>
              <a:t>HS-6</a:t>
            </a:r>
            <a:r>
              <a:rPr kumimoji="0" lang="en-US" altLang="en-US" sz="2400" b="0" i="0" u="none" strike="noStrike" cap="none" normalizeH="0" baseline="0" dirty="0">
                <a:ln>
                  <a:noFill/>
                </a:ln>
                <a:solidFill>
                  <a:srgbClr val="000000"/>
                </a:solidFill>
                <a:effectLst/>
                <a:latin typeface="+mn-lt"/>
              </a:rPr>
              <a:t> level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mn-lt"/>
              </a:rPr>
              <a:t>Aggregated to </a:t>
            </a:r>
            <a:r>
              <a:rPr kumimoji="0" lang="en-US" altLang="en-US" sz="2400" b="1" i="0" u="none" strike="noStrike" cap="none" normalizeH="0" baseline="0" dirty="0">
                <a:ln>
                  <a:noFill/>
                </a:ln>
                <a:solidFill>
                  <a:srgbClr val="000000"/>
                </a:solidFill>
                <a:effectLst/>
                <a:latin typeface="+mn-lt"/>
              </a:rPr>
              <a:t>HS-4</a:t>
            </a:r>
            <a:r>
              <a:rPr kumimoji="0" lang="en-US" altLang="en-US" sz="2400" b="0" i="0" u="none" strike="noStrike" cap="none" normalizeH="0" baseline="0" dirty="0">
                <a:ln>
                  <a:noFill/>
                </a:ln>
                <a:solidFill>
                  <a:srgbClr val="000000"/>
                </a:solidFill>
                <a:effectLst/>
                <a:latin typeface="+mn-lt"/>
              </a:rPr>
              <a:t> for evaluation &amp; submission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mn-lt"/>
              </a:rPr>
              <a:t>Values rounded to </a:t>
            </a:r>
            <a:r>
              <a:rPr kumimoji="0" lang="en-US" altLang="en-US" sz="2400" b="1" i="0" u="none" strike="noStrike" cap="none" normalizeH="0" baseline="0" dirty="0">
                <a:ln>
                  <a:noFill/>
                </a:ln>
                <a:solidFill>
                  <a:srgbClr val="000000"/>
                </a:solidFill>
                <a:effectLst/>
                <a:latin typeface="+mn-lt"/>
              </a:rPr>
              <a:t>USD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C00000"/>
                </a:solidFill>
                <a:effectLst/>
                <a:latin typeface="+mn-lt"/>
              </a:rPr>
              <a:t>Submission rules applied</a:t>
            </a:r>
            <a:endParaRPr kumimoji="0" lang="en-US" altLang="en-US" sz="2400" b="0" i="0" u="none" strike="noStrike" cap="none" normalizeH="0" baseline="0" dirty="0">
              <a:ln>
                <a:noFill/>
              </a:ln>
              <a:solidFill>
                <a:srgbClr val="C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mn-lt"/>
              </a:rPr>
              <a:t>Retained </a:t>
            </a:r>
            <a:r>
              <a:rPr kumimoji="0" lang="en-US" altLang="en-US" sz="2400" b="1" i="0" u="none" strike="noStrike" cap="none" normalizeH="0" baseline="0" dirty="0">
                <a:ln>
                  <a:noFill/>
                </a:ln>
                <a:solidFill>
                  <a:srgbClr val="000000"/>
                </a:solidFill>
                <a:effectLst/>
                <a:latin typeface="+mn-lt"/>
              </a:rPr>
              <a:t>top 20 partner countries</a:t>
            </a:r>
            <a:r>
              <a:rPr kumimoji="0" lang="en-US" altLang="en-US" sz="2400" b="0" i="0" u="none" strike="noStrike" cap="none" normalizeH="0" baseline="0" dirty="0">
                <a:ln>
                  <a:noFill/>
                </a:ln>
                <a:solidFill>
                  <a:srgbClr val="000000"/>
                </a:solidFill>
                <a:effectLst/>
                <a:latin typeface="+mn-lt"/>
              </a:rPr>
              <a:t> per </a:t>
            </a:r>
            <a:r>
              <a:rPr kumimoji="0" lang="en-US" altLang="en-US" sz="2400" b="0" i="1" u="none" strike="noStrike" cap="none" normalizeH="0" baseline="0" dirty="0">
                <a:ln>
                  <a:noFill/>
                </a:ln>
                <a:solidFill>
                  <a:srgbClr val="000000"/>
                </a:solidFill>
                <a:effectLst/>
                <a:latin typeface="+mn-lt"/>
              </a:rPr>
              <a:t>(origin, </a:t>
            </a:r>
            <a:r>
              <a:rPr kumimoji="0" lang="en-US" altLang="en-US" sz="2400" b="0" i="1" u="none" strike="noStrike" cap="none" normalizeH="0" baseline="0" dirty="0" err="1">
                <a:ln>
                  <a:noFill/>
                </a:ln>
                <a:solidFill>
                  <a:srgbClr val="000000"/>
                </a:solidFill>
                <a:effectLst/>
                <a:latin typeface="+mn-lt"/>
              </a:rPr>
              <a:t>trade_flow</a:t>
            </a:r>
            <a:r>
              <a:rPr kumimoji="0" lang="en-US" altLang="en-US" sz="2400" b="0" i="1" u="none" strike="noStrike" cap="none" normalizeH="0" baseline="0" dirty="0">
                <a:ln>
                  <a:noFill/>
                </a:ln>
                <a:solidFill>
                  <a:srgbClr val="000000"/>
                </a:solidFill>
                <a:effectLst/>
                <a:latin typeface="+mn-lt"/>
              </a:rPr>
              <a:t>)</a:t>
            </a:r>
            <a:endParaRPr kumimoji="0" lang="en-US" altLang="en-US" sz="2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mn-lt"/>
              </a:rPr>
              <a:t>Enforced </a:t>
            </a:r>
            <a:r>
              <a:rPr kumimoji="0" lang="en-US" altLang="en-US" sz="2400" b="1" i="0" u="none" strike="noStrike" cap="none" normalizeH="0" baseline="0" dirty="0">
                <a:ln>
                  <a:noFill/>
                </a:ln>
                <a:solidFill>
                  <a:srgbClr val="000000"/>
                </a:solidFill>
                <a:effectLst/>
                <a:latin typeface="+mn-lt"/>
              </a:rPr>
              <a:t>≥ 200 HS-4 lines</a:t>
            </a:r>
            <a:r>
              <a:rPr kumimoji="0" lang="en-US" altLang="en-US" sz="2400" b="0" i="0" u="none" strike="noStrike" cap="none" normalizeH="0" baseline="0" dirty="0">
                <a:ln>
                  <a:noFill/>
                </a:ln>
                <a:solidFill>
                  <a:srgbClr val="000000"/>
                </a:solidFill>
                <a:effectLst/>
                <a:latin typeface="+mn-lt"/>
              </a:rPr>
              <a:t> per partner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0000"/>
                </a:solidFill>
                <a:effectLst/>
                <a:latin typeface="+mn-lt"/>
              </a:rPr>
              <a:t>One row per </a:t>
            </a:r>
            <a:r>
              <a:rPr kumimoji="0" lang="en-US" altLang="en-US" sz="2400" b="0" i="1" u="none" strike="noStrike" cap="none" normalizeH="0" baseline="0" dirty="0">
                <a:ln>
                  <a:noFill/>
                </a:ln>
                <a:solidFill>
                  <a:srgbClr val="000000"/>
                </a:solidFill>
                <a:effectLst/>
                <a:latin typeface="+mn-lt"/>
              </a:rPr>
              <a:t>(Country1, Country2, HS-4, Flow) with values in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u="none" strike="noStrike" cap="none" normalizeH="0" baseline="0" dirty="0">
                <a:ln>
                  <a:noFill/>
                </a:ln>
                <a:solidFill>
                  <a:srgbClr val="000000"/>
                </a:solidFill>
                <a:effectLst/>
                <a:latin typeface="+mn-lt"/>
              </a:rPr>
              <a:t>Submission file generated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430679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928AC-AB4F-E45A-B3F5-59BC16B82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89629-9AD7-0A96-283C-97ED45441435}"/>
              </a:ext>
            </a:extLst>
          </p:cNvPr>
          <p:cNvSpPr>
            <a:spLocks noGrp="1"/>
          </p:cNvSpPr>
          <p:nvPr>
            <p:ph type="title"/>
          </p:nvPr>
        </p:nvSpPr>
        <p:spPr>
          <a:xfrm>
            <a:off x="479394" y="1070800"/>
            <a:ext cx="3939688" cy="4320597"/>
          </a:xfrm>
        </p:spPr>
        <p:txBody>
          <a:bodyPr>
            <a:normAutofit/>
          </a:bodyPr>
          <a:lstStyle/>
          <a:p>
            <a:pPr algn="r"/>
            <a:r>
              <a:rPr lang="en-US" sz="5600" dirty="0"/>
              <a:t>Flow of the presentation</a:t>
            </a:r>
          </a:p>
        </p:txBody>
      </p:sp>
      <p:graphicFrame>
        <p:nvGraphicFramePr>
          <p:cNvPr id="5" name="Content Placeholder 2">
            <a:extLst>
              <a:ext uri="{FF2B5EF4-FFF2-40B4-BE49-F238E27FC236}">
                <a16:creationId xmlns:a16="http://schemas.microsoft.com/office/drawing/2014/main" id="{B83D548B-32AB-B346-698D-AF58810CEF5E}"/>
              </a:ext>
            </a:extLst>
          </p:cNvPr>
          <p:cNvGraphicFramePr>
            <a:graphicFrameLocks noGrp="1"/>
          </p:cNvGraphicFramePr>
          <p:nvPr>
            <p:ph idx="1"/>
            <p:extLst>
              <p:ext uri="{D42A27DB-BD31-4B8C-83A1-F6EECF244321}">
                <p14:modId xmlns:p14="http://schemas.microsoft.com/office/powerpoint/2010/main" val="3117198396"/>
              </p:ext>
            </p:extLst>
          </p:nvPr>
        </p:nvGraphicFramePr>
        <p:xfrm>
          <a:off x="4898476" y="261258"/>
          <a:ext cx="6814119" cy="6398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eft Arrow 2">
            <a:extLst>
              <a:ext uri="{FF2B5EF4-FFF2-40B4-BE49-F238E27FC236}">
                <a16:creationId xmlns:a16="http://schemas.microsoft.com/office/drawing/2014/main" id="{3BF5BE50-47EF-9C3C-9B09-FCBE761A7B7A}"/>
              </a:ext>
            </a:extLst>
          </p:cNvPr>
          <p:cNvSpPr/>
          <p:nvPr/>
        </p:nvSpPr>
        <p:spPr>
          <a:xfrm>
            <a:off x="10755086" y="6044246"/>
            <a:ext cx="1436914" cy="261257"/>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455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AB1AC-9BF7-AA05-BE02-ABAB7ED51D39}"/>
              </a:ext>
            </a:extLst>
          </p:cNvPr>
          <p:cNvSpPr>
            <a:spLocks noGrp="1"/>
          </p:cNvSpPr>
          <p:nvPr>
            <p:ph type="title"/>
          </p:nvPr>
        </p:nvSpPr>
        <p:spPr>
          <a:xfrm>
            <a:off x="838200" y="137886"/>
            <a:ext cx="10515600" cy="839561"/>
          </a:xfrm>
        </p:spPr>
        <p:txBody>
          <a:bodyPr/>
          <a:lstStyle/>
          <a:p>
            <a:r>
              <a:rPr lang="en-US" dirty="0"/>
              <a:t>Key takeaway &amp; Code repository </a:t>
            </a:r>
          </a:p>
        </p:txBody>
      </p:sp>
      <p:graphicFrame>
        <p:nvGraphicFramePr>
          <p:cNvPr id="5" name="Content Placeholder 2">
            <a:extLst>
              <a:ext uri="{FF2B5EF4-FFF2-40B4-BE49-F238E27FC236}">
                <a16:creationId xmlns:a16="http://schemas.microsoft.com/office/drawing/2014/main" id="{ABE740C4-1B97-F57F-CF47-5989DCB5D4C0}"/>
              </a:ext>
            </a:extLst>
          </p:cNvPr>
          <p:cNvGraphicFramePr>
            <a:graphicFrameLocks noGrp="1"/>
          </p:cNvGraphicFramePr>
          <p:nvPr>
            <p:ph idx="1"/>
            <p:extLst>
              <p:ext uri="{D42A27DB-BD31-4B8C-83A1-F6EECF244321}">
                <p14:modId xmlns:p14="http://schemas.microsoft.com/office/powerpoint/2010/main" val="2833637349"/>
              </p:ext>
            </p:extLst>
          </p:nvPr>
        </p:nvGraphicFramePr>
        <p:xfrm>
          <a:off x="838200" y="1204686"/>
          <a:ext cx="10515600" cy="55154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1847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7940BB-FBC4-492E-BD92-3B7B914D0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81655-F121-6740-A3B7-62F7264BA393}"/>
              </a:ext>
            </a:extLst>
          </p:cNvPr>
          <p:cNvSpPr>
            <a:spLocks noGrp="1"/>
          </p:cNvSpPr>
          <p:nvPr>
            <p:ph type="title"/>
          </p:nvPr>
        </p:nvSpPr>
        <p:spPr>
          <a:xfrm>
            <a:off x="4853988" y="320041"/>
            <a:ext cx="6707084" cy="3892668"/>
          </a:xfrm>
        </p:spPr>
        <p:txBody>
          <a:bodyPr vert="horz" lIns="91440" tIns="45720" rIns="91440" bIns="45720" rtlCol="0" anchor="b">
            <a:normAutofit/>
          </a:bodyPr>
          <a:lstStyle/>
          <a:p>
            <a:r>
              <a:rPr lang="en-US" sz="6600" kern="1200">
                <a:solidFill>
                  <a:schemeClr val="tx1"/>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09C2CC83-37F0-2798-8808-ABD2815F27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040" y="1226248"/>
            <a:ext cx="4087368" cy="4087368"/>
          </a:xfrm>
          <a:prstGeom prst="rect">
            <a:avLst/>
          </a:prstGeom>
        </p:spPr>
      </p:pic>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53987" y="4409267"/>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1986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8285</TotalTime>
  <Words>3995</Words>
  <Application>Microsoft Macintosh PowerPoint</Application>
  <PresentationFormat>Widescreen</PresentationFormat>
  <Paragraphs>680</Paragraphs>
  <Slides>34</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-webkit-standard</vt:lpstr>
      <vt:lpstr>Aptos</vt:lpstr>
      <vt:lpstr>Aptos Display</vt:lpstr>
      <vt:lpstr>Aptos Narrow</vt:lpstr>
      <vt:lpstr>Arial</vt:lpstr>
      <vt:lpstr>Calibri</vt:lpstr>
      <vt:lpstr>Segoe UI</vt:lpstr>
      <vt:lpstr>Wingdings</vt:lpstr>
      <vt:lpstr>Office Theme</vt:lpstr>
      <vt:lpstr>AI4Trade Global Competition</vt:lpstr>
      <vt:lpstr>Flow of the presentation</vt:lpstr>
      <vt:lpstr>Challenge statement</vt:lpstr>
      <vt:lpstr>Challenge Definition &amp; Evaluation</vt:lpstr>
      <vt:lpstr>The gap plugging</vt:lpstr>
      <vt:lpstr>Flow of the presentation</vt:lpstr>
      <vt:lpstr>Data exploration</vt:lpstr>
      <vt:lpstr>Aggregated data at national level</vt:lpstr>
      <vt:lpstr>Picking partners </vt:lpstr>
      <vt:lpstr>Flow of the presentation</vt:lpstr>
      <vt:lpstr>Feature Engineering</vt:lpstr>
      <vt:lpstr>Leo Breiman’s second culture way </vt:lpstr>
      <vt:lpstr>Feature design principles</vt:lpstr>
      <vt:lpstr>Cross-flow signals</vt:lpstr>
      <vt:lpstr>Macro Signals: Global Supply Chains &amp; Business Cycles</vt:lpstr>
      <vt:lpstr>PowerPoint Presentation</vt:lpstr>
      <vt:lpstr>Flow of the presentation</vt:lpstr>
      <vt:lpstr>Framing the Modelling Problem</vt:lpstr>
      <vt:lpstr>Model Search Space &amp; Empirical Filtering</vt:lpstr>
      <vt:lpstr>Final list</vt:lpstr>
      <vt:lpstr>Segmented Modelling approach</vt:lpstr>
      <vt:lpstr>Segment-Specific Forecast Horizons and Cut-Offs</vt:lpstr>
      <vt:lpstr>Cross Validation Strategy (Time-Aware &amp; Horizon-Matched)</vt:lpstr>
      <vt:lpstr>Cross Validation splits - China</vt:lpstr>
      <vt:lpstr>CV scores for one of the models – LGBM</vt:lpstr>
      <vt:lpstr>Flow of the presentation</vt:lpstr>
      <vt:lpstr>Ensemble &amp; Final Forecast Construction</vt:lpstr>
      <vt:lpstr>Why a Weighted Ensemble? </vt:lpstr>
      <vt:lpstr>How is the ensemble built?</vt:lpstr>
      <vt:lpstr>Model Performance and Ensemble Weights(Validation-Based) </vt:lpstr>
      <vt:lpstr>Post processing and submission</vt:lpstr>
      <vt:lpstr>Flow of the presentation</vt:lpstr>
      <vt:lpstr>Key takeaway &amp; Code repository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Tirumala Kaggundi</dc:creator>
  <cp:lastModifiedBy>Tirumala Kaggundi</cp:lastModifiedBy>
  <cp:revision>201</cp:revision>
  <dcterms:created xsi:type="dcterms:W3CDTF">2026-01-29T13:44:03Z</dcterms:created>
  <dcterms:modified xsi:type="dcterms:W3CDTF">2026-02-05T12:13:07Z</dcterms:modified>
</cp:coreProperties>
</file>